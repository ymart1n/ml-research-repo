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66" r:id="rId3"/>
    <p:sldId id="257" r:id="rId4"/>
    <p:sldId id="260" r:id="rId5"/>
    <p:sldId id="265" r:id="rId6"/>
    <p:sldId id="267" r:id="rId7"/>
    <p:sldId id="272" r:id="rId8"/>
    <p:sldId id="269" r:id="rId9"/>
    <p:sldId id="270" r:id="rId10"/>
    <p:sldId id="258" r:id="rId11"/>
    <p:sldId id="263" r:id="rId12"/>
    <p:sldId id="264" r:id="rId13"/>
    <p:sldId id="271"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379"/>
    <p:restoredTop sz="96327"/>
  </p:normalViewPr>
  <p:slideViewPr>
    <p:cSldViewPr snapToGrid="0" snapToObjects="1">
      <p:cViewPr varScale="1">
        <p:scale>
          <a:sx n="120" d="100"/>
          <a:sy n="120" d="100"/>
        </p:scale>
        <p:origin x="192" y="130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grpSp>
        <p:nvGrpSpPr>
          <p:cNvPr id="89" name="Group 88"/>
          <p:cNvGrpSpPr/>
          <p:nvPr/>
        </p:nvGrpSpPr>
        <p:grpSpPr>
          <a:xfrm>
            <a:off x="-329674" y="-59376"/>
            <a:ext cx="12515851" cy="6923798"/>
            <a:chOff x="-329674" y="-51881"/>
            <a:chExt cx="12515851" cy="6923798"/>
          </a:xfrm>
        </p:grpSpPr>
        <p:sp>
          <p:nvSpPr>
            <p:cNvPr id="90" name="Freeform 5"/>
            <p:cNvSpPr/>
            <p:nvPr/>
          </p:nvSpPr>
          <p:spPr bwMode="auto">
            <a:xfrm>
              <a:off x="-329674" y="1298404"/>
              <a:ext cx="9702800" cy="5573512"/>
            </a:xfrm>
            <a:custGeom>
              <a:avLst/>
              <a:gdLst/>
              <a:ahLst/>
              <a:cxnLst/>
              <a:rect l="0" t="0" r="r" b="b"/>
              <a:pathLst>
                <a:path w="2038" h="1169">
                  <a:moveTo>
                    <a:pt x="1752" y="1169"/>
                  </a:moveTo>
                  <a:cubicBezTo>
                    <a:pt x="2038" y="928"/>
                    <a:pt x="1673" y="513"/>
                    <a:pt x="1487" y="334"/>
                  </a:cubicBezTo>
                  <a:cubicBezTo>
                    <a:pt x="1316" y="170"/>
                    <a:pt x="1099" y="43"/>
                    <a:pt x="860" y="22"/>
                  </a:cubicBezTo>
                  <a:cubicBezTo>
                    <a:pt x="621" y="0"/>
                    <a:pt x="341" y="128"/>
                    <a:pt x="199" y="318"/>
                  </a:cubicBezTo>
                  <a:cubicBezTo>
                    <a:pt x="0" y="586"/>
                    <a:pt x="184" y="965"/>
                    <a:pt x="399" y="1165"/>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1" name="Freeform 6"/>
            <p:cNvSpPr/>
            <p:nvPr/>
          </p:nvSpPr>
          <p:spPr bwMode="auto">
            <a:xfrm>
              <a:off x="670451" y="2018236"/>
              <a:ext cx="7373938" cy="4848892"/>
            </a:xfrm>
            <a:custGeom>
              <a:avLst/>
              <a:gdLst/>
              <a:ahLst/>
              <a:cxnLst/>
              <a:rect l="0" t="0" r="r" b="b"/>
              <a:pathLst>
                <a:path w="1549" h="1017">
                  <a:moveTo>
                    <a:pt x="1025" y="1016"/>
                  </a:moveTo>
                  <a:cubicBezTo>
                    <a:pt x="1223" y="971"/>
                    <a:pt x="1549" y="857"/>
                    <a:pt x="1443" y="592"/>
                  </a:cubicBezTo>
                  <a:cubicBezTo>
                    <a:pt x="1344" y="344"/>
                    <a:pt x="1041" y="111"/>
                    <a:pt x="782" y="53"/>
                  </a:cubicBezTo>
                  <a:cubicBezTo>
                    <a:pt x="545" y="0"/>
                    <a:pt x="275" y="117"/>
                    <a:pt x="150" y="329"/>
                  </a:cubicBezTo>
                  <a:cubicBezTo>
                    <a:pt x="0" y="584"/>
                    <a:pt x="243" y="911"/>
                    <a:pt x="477" y="1017"/>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2" name="Freeform 7"/>
            <p:cNvSpPr/>
            <p:nvPr/>
          </p:nvSpPr>
          <p:spPr bwMode="auto">
            <a:xfrm>
              <a:off x="251351" y="1788400"/>
              <a:ext cx="8035925" cy="5083516"/>
            </a:xfrm>
            <a:custGeom>
              <a:avLst/>
              <a:gdLst/>
              <a:ahLst/>
              <a:cxnLst/>
              <a:rect l="0" t="0" r="r" b="b"/>
              <a:pathLst>
                <a:path w="1688" h="1066">
                  <a:moveTo>
                    <a:pt x="1302" y="1066"/>
                  </a:moveTo>
                  <a:cubicBezTo>
                    <a:pt x="1416" y="1024"/>
                    <a:pt x="1551" y="962"/>
                    <a:pt x="1613" y="850"/>
                  </a:cubicBezTo>
                  <a:cubicBezTo>
                    <a:pt x="1688" y="715"/>
                    <a:pt x="1606" y="575"/>
                    <a:pt x="1517" y="471"/>
                  </a:cubicBezTo>
                  <a:cubicBezTo>
                    <a:pt x="1336" y="258"/>
                    <a:pt x="1084" y="62"/>
                    <a:pt x="798" y="28"/>
                  </a:cubicBezTo>
                  <a:cubicBezTo>
                    <a:pt x="559" y="0"/>
                    <a:pt x="317" y="138"/>
                    <a:pt x="181" y="333"/>
                  </a:cubicBezTo>
                  <a:cubicBezTo>
                    <a:pt x="0" y="592"/>
                    <a:pt x="191" y="907"/>
                    <a:pt x="420" y="1066"/>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93" name="Freeform 8"/>
            <p:cNvSpPr/>
            <p:nvPr/>
          </p:nvSpPr>
          <p:spPr bwMode="auto">
            <a:xfrm>
              <a:off x="-1061" y="549842"/>
              <a:ext cx="10334625" cy="6322075"/>
            </a:xfrm>
            <a:custGeom>
              <a:avLst/>
              <a:gdLst/>
              <a:ahLst/>
              <a:cxnLst/>
              <a:rect l="0" t="0" r="r" b="b"/>
              <a:pathLst>
                <a:path w="2171" h="1326">
                  <a:moveTo>
                    <a:pt x="1873" y="1326"/>
                  </a:moveTo>
                  <a:cubicBezTo>
                    <a:pt x="2171" y="1045"/>
                    <a:pt x="1825" y="678"/>
                    <a:pt x="1609" y="473"/>
                  </a:cubicBezTo>
                  <a:cubicBezTo>
                    <a:pt x="1406" y="281"/>
                    <a:pt x="1159" y="116"/>
                    <a:pt x="880" y="63"/>
                  </a:cubicBezTo>
                  <a:cubicBezTo>
                    <a:pt x="545" y="0"/>
                    <a:pt x="214" y="161"/>
                    <a:pt x="0" y="42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4" name="Freeform 9"/>
            <p:cNvSpPr/>
            <p:nvPr/>
          </p:nvSpPr>
          <p:spPr bwMode="auto">
            <a:xfrm>
              <a:off x="3701" y="6186246"/>
              <a:ext cx="504825" cy="681527"/>
            </a:xfrm>
            <a:custGeom>
              <a:avLst/>
              <a:gdLst/>
              <a:ahLst/>
              <a:cxnLst/>
              <a:rect l="0" t="0" r="r" b="b"/>
              <a:pathLst>
                <a:path w="106" h="143">
                  <a:moveTo>
                    <a:pt x="0" y="0"/>
                  </a:moveTo>
                  <a:cubicBezTo>
                    <a:pt x="35" y="54"/>
                    <a:pt x="70" y="101"/>
                    <a:pt x="106" y="143"/>
                  </a:cubicBezTo>
                </a:path>
              </a:pathLst>
            </a:custGeom>
            <a:noFill/>
            <a:ln w="4763"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5" name="Freeform 10"/>
            <p:cNvSpPr/>
            <p:nvPr/>
          </p:nvSpPr>
          <p:spPr bwMode="auto">
            <a:xfrm>
              <a:off x="-1061" y="-51881"/>
              <a:ext cx="11091863" cy="6923796"/>
            </a:xfrm>
            <a:custGeom>
              <a:avLst/>
              <a:gdLst/>
              <a:ahLst/>
              <a:cxnLst/>
              <a:rect l="0" t="0" r="r" b="b"/>
              <a:pathLst>
                <a:path w="2330" h="1452">
                  <a:moveTo>
                    <a:pt x="2046" y="1452"/>
                  </a:moveTo>
                  <a:cubicBezTo>
                    <a:pt x="2330" y="1153"/>
                    <a:pt x="2049" y="821"/>
                    <a:pt x="1813" y="601"/>
                  </a:cubicBezTo>
                  <a:cubicBezTo>
                    <a:pt x="1569" y="375"/>
                    <a:pt x="1282" y="179"/>
                    <a:pt x="956" y="97"/>
                  </a:cubicBezTo>
                  <a:cubicBezTo>
                    <a:pt x="572" y="0"/>
                    <a:pt x="292" y="101"/>
                    <a:pt x="0" y="366"/>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6" name="Freeform 11"/>
            <p:cNvSpPr/>
            <p:nvPr/>
          </p:nvSpPr>
          <p:spPr bwMode="auto">
            <a:xfrm>
              <a:off x="5426601" y="5579"/>
              <a:ext cx="5788025" cy="6847184"/>
            </a:xfrm>
            <a:custGeom>
              <a:avLst/>
              <a:gdLst/>
              <a:ahLst/>
              <a:cxnLst/>
              <a:rect l="0" t="0" r="r" b="b"/>
              <a:pathLst>
                <a:path w="1216" h="1436">
                  <a:moveTo>
                    <a:pt x="1094" y="1436"/>
                  </a:moveTo>
                  <a:cubicBezTo>
                    <a:pt x="1216" y="1114"/>
                    <a:pt x="904" y="770"/>
                    <a:pt x="709" y="551"/>
                  </a:cubicBezTo>
                  <a:cubicBezTo>
                    <a:pt x="509" y="327"/>
                    <a:pt x="274" y="127"/>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7" name="Freeform 12"/>
            <p:cNvSpPr/>
            <p:nvPr/>
          </p:nvSpPr>
          <p:spPr bwMode="auto">
            <a:xfrm>
              <a:off x="-1061" y="5579"/>
              <a:ext cx="1057275" cy="614491"/>
            </a:xfrm>
            <a:custGeom>
              <a:avLst/>
              <a:gdLst/>
              <a:ahLst/>
              <a:cxnLst/>
              <a:rect l="0" t="0" r="r" b="b"/>
              <a:pathLst>
                <a:path w="222" h="129">
                  <a:moveTo>
                    <a:pt x="222" y="0"/>
                  </a:moveTo>
                  <a:cubicBezTo>
                    <a:pt x="152" y="35"/>
                    <a:pt x="76" y="78"/>
                    <a:pt x="0" y="12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8" name="Freeform 13"/>
            <p:cNvSpPr/>
            <p:nvPr/>
          </p:nvSpPr>
          <p:spPr bwMode="auto">
            <a:xfrm>
              <a:off x="5821889" y="5579"/>
              <a:ext cx="5588000" cy="6866337"/>
            </a:xfrm>
            <a:custGeom>
              <a:avLst/>
              <a:gdLst/>
              <a:ahLst/>
              <a:cxnLst/>
              <a:rect l="0" t="0" r="r" b="b"/>
              <a:pathLst>
                <a:path w="1174" h="1440">
                  <a:moveTo>
                    <a:pt x="1067" y="1440"/>
                  </a:moveTo>
                  <a:cubicBezTo>
                    <a:pt x="1174" y="1124"/>
                    <a:pt x="887" y="797"/>
                    <a:pt x="698" y="577"/>
                  </a:cubicBezTo>
                  <a:cubicBezTo>
                    <a:pt x="500" y="348"/>
                    <a:pt x="270" y="14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99" name="Freeform 14"/>
            <p:cNvSpPr/>
            <p:nvPr/>
          </p:nvSpPr>
          <p:spPr bwMode="auto">
            <a:xfrm>
              <a:off x="3701" y="790"/>
              <a:ext cx="595313" cy="352734"/>
            </a:xfrm>
            <a:custGeom>
              <a:avLst/>
              <a:gdLst/>
              <a:ahLst/>
              <a:cxnLst/>
              <a:rect l="0" t="0" r="r" b="b"/>
              <a:pathLst>
                <a:path w="125" h="74">
                  <a:moveTo>
                    <a:pt x="125" y="0"/>
                  </a:moveTo>
                  <a:cubicBezTo>
                    <a:pt x="85" y="22"/>
                    <a:pt x="43" y="47"/>
                    <a:pt x="0" y="74"/>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100" name="Freeform 15"/>
            <p:cNvSpPr/>
            <p:nvPr/>
          </p:nvSpPr>
          <p:spPr bwMode="auto">
            <a:xfrm>
              <a:off x="6012389" y="5579"/>
              <a:ext cx="5497513" cy="6866337"/>
            </a:xfrm>
            <a:custGeom>
              <a:avLst/>
              <a:gdLst/>
              <a:ahLst/>
              <a:cxnLst/>
              <a:rect l="0" t="0" r="r" b="b"/>
              <a:pathLst>
                <a:path w="1155" h="1440">
                  <a:moveTo>
                    <a:pt x="1056" y="1440"/>
                  </a:moveTo>
                  <a:cubicBezTo>
                    <a:pt x="1155" y="1123"/>
                    <a:pt x="875" y="801"/>
                    <a:pt x="686" y="580"/>
                  </a:cubicBezTo>
                  <a:cubicBezTo>
                    <a:pt x="491" y="352"/>
                    <a:pt x="264" y="145"/>
                    <a:pt x="0" y="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101" name="Freeform 16"/>
            <p:cNvSpPr/>
            <p:nvPr/>
          </p:nvSpPr>
          <p:spPr bwMode="auto">
            <a:xfrm>
              <a:off x="-1061" y="5579"/>
              <a:ext cx="357188" cy="213875"/>
            </a:xfrm>
            <a:custGeom>
              <a:avLst/>
              <a:gdLst/>
              <a:ahLst/>
              <a:cxnLst/>
              <a:rect l="0" t="0" r="r" b="b"/>
              <a:pathLst>
                <a:path w="75" h="45">
                  <a:moveTo>
                    <a:pt x="75" y="0"/>
                  </a:moveTo>
                  <a:cubicBezTo>
                    <a:pt x="50" y="14"/>
                    <a:pt x="25" y="29"/>
                    <a:pt x="0" y="45"/>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102" name="Freeform 17"/>
            <p:cNvSpPr/>
            <p:nvPr/>
          </p:nvSpPr>
          <p:spPr bwMode="auto">
            <a:xfrm>
              <a:off x="6210826" y="790"/>
              <a:ext cx="5522913" cy="6871126"/>
            </a:xfrm>
            <a:custGeom>
              <a:avLst/>
              <a:gdLst/>
              <a:ahLst/>
              <a:cxnLst/>
              <a:rect l="0" t="0" r="r" b="b"/>
              <a:pathLst>
                <a:path w="1160" h="1441">
                  <a:moveTo>
                    <a:pt x="1053" y="1441"/>
                  </a:moveTo>
                  <a:cubicBezTo>
                    <a:pt x="1160" y="1129"/>
                    <a:pt x="892" y="817"/>
                    <a:pt x="705" y="599"/>
                  </a:cubicBezTo>
                  <a:cubicBezTo>
                    <a:pt x="503" y="365"/>
                    <a:pt x="270" y="152"/>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103" name="Freeform 18"/>
            <p:cNvSpPr/>
            <p:nvPr/>
          </p:nvSpPr>
          <p:spPr bwMode="auto">
            <a:xfrm>
              <a:off x="6463239" y="5579"/>
              <a:ext cx="5413375" cy="6866337"/>
            </a:xfrm>
            <a:custGeom>
              <a:avLst/>
              <a:gdLst/>
              <a:ahLst/>
              <a:cxnLst/>
              <a:rect l="0" t="0" r="r" b="b"/>
              <a:pathLst>
                <a:path w="1137" h="1440">
                  <a:moveTo>
                    <a:pt x="1040" y="1440"/>
                  </a:moveTo>
                  <a:cubicBezTo>
                    <a:pt x="1137" y="1131"/>
                    <a:pt x="883" y="828"/>
                    <a:pt x="698" y="611"/>
                  </a:cubicBezTo>
                  <a:cubicBezTo>
                    <a:pt x="498" y="375"/>
                    <a:pt x="268" y="159"/>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104" name="Freeform 19"/>
            <p:cNvSpPr/>
            <p:nvPr/>
          </p:nvSpPr>
          <p:spPr bwMode="auto">
            <a:xfrm>
              <a:off x="6877576" y="5579"/>
              <a:ext cx="5037138" cy="6861550"/>
            </a:xfrm>
            <a:custGeom>
              <a:avLst/>
              <a:gdLst/>
              <a:ahLst/>
              <a:cxnLst/>
              <a:rect l="0" t="0" r="r" b="b"/>
              <a:pathLst>
                <a:path w="1058" h="1439">
                  <a:moveTo>
                    <a:pt x="1011" y="1439"/>
                  </a:moveTo>
                  <a:cubicBezTo>
                    <a:pt x="1058" y="1131"/>
                    <a:pt x="825" y="841"/>
                    <a:pt x="648" y="617"/>
                  </a:cubicBezTo>
                  <a:cubicBezTo>
                    <a:pt x="462" y="383"/>
                    <a:pt x="248" y="16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105" name="Freeform 20"/>
            <p:cNvSpPr/>
            <p:nvPr/>
          </p:nvSpPr>
          <p:spPr bwMode="auto">
            <a:xfrm>
              <a:off x="8768289" y="5579"/>
              <a:ext cx="3417888" cy="2742066"/>
            </a:xfrm>
            <a:custGeom>
              <a:avLst/>
              <a:gdLst/>
              <a:ahLst/>
              <a:cxnLst/>
              <a:rect l="0" t="0" r="r" b="b"/>
              <a:pathLst>
                <a:path w="718" h="575">
                  <a:moveTo>
                    <a:pt x="718" y="575"/>
                  </a:moveTo>
                  <a:cubicBezTo>
                    <a:pt x="500" y="360"/>
                    <a:pt x="260" y="163"/>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106" name="Freeform 21"/>
            <p:cNvSpPr/>
            <p:nvPr/>
          </p:nvSpPr>
          <p:spPr bwMode="auto">
            <a:xfrm>
              <a:off x="9235014" y="10367"/>
              <a:ext cx="2951163" cy="2555325"/>
            </a:xfrm>
            <a:custGeom>
              <a:avLst/>
              <a:gdLst/>
              <a:ahLst/>
              <a:cxnLst/>
              <a:rect l="0" t="0" r="r" b="b"/>
              <a:pathLst>
                <a:path w="620" h="536">
                  <a:moveTo>
                    <a:pt x="620" y="536"/>
                  </a:moveTo>
                  <a:cubicBezTo>
                    <a:pt x="404" y="314"/>
                    <a:pt x="196" y="13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107" name="Freeform 22"/>
            <p:cNvSpPr/>
            <p:nvPr/>
          </p:nvSpPr>
          <p:spPr bwMode="auto">
            <a:xfrm>
              <a:off x="10020826" y="5579"/>
              <a:ext cx="2165350" cy="1358265"/>
            </a:xfrm>
            <a:custGeom>
              <a:avLst/>
              <a:gdLst/>
              <a:ahLst/>
              <a:cxnLst/>
              <a:rect l="0" t="0" r="r" b="b"/>
              <a:pathLst>
                <a:path w="455" h="285">
                  <a:moveTo>
                    <a:pt x="0" y="0"/>
                  </a:moveTo>
                  <a:cubicBezTo>
                    <a:pt x="153" y="85"/>
                    <a:pt x="308" y="180"/>
                    <a:pt x="455" y="285"/>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108" name="Freeform 23"/>
            <p:cNvSpPr/>
            <p:nvPr/>
          </p:nvSpPr>
          <p:spPr bwMode="auto">
            <a:xfrm>
              <a:off x="11290826" y="5579"/>
              <a:ext cx="895350" cy="534687"/>
            </a:xfrm>
            <a:custGeom>
              <a:avLst/>
              <a:gdLst/>
              <a:ahLst/>
              <a:cxnLst/>
              <a:rect l="0" t="0" r="r" b="b"/>
              <a:pathLst>
                <a:path w="188" h="112">
                  <a:moveTo>
                    <a:pt x="0" y="0"/>
                  </a:moveTo>
                  <a:cubicBezTo>
                    <a:pt x="63" y="36"/>
                    <a:pt x="126" y="73"/>
                    <a:pt x="188" y="112"/>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9" name="Group 8"/>
          <p:cNvGrpSpPr/>
          <p:nvPr/>
        </p:nvGrpSpPr>
        <p:grpSpPr>
          <a:xfrm>
            <a:off x="1669293" y="1186483"/>
            <a:ext cx="8848345" cy="4477933"/>
            <a:chOff x="1669293" y="1186483"/>
            <a:chExt cx="8848345" cy="4477933"/>
          </a:xfrm>
        </p:grpSpPr>
        <p:sp>
          <p:nvSpPr>
            <p:cNvPr id="39" name="Rectangle 38"/>
            <p:cNvSpPr/>
            <p:nvPr/>
          </p:nvSpPr>
          <p:spPr>
            <a:xfrm>
              <a:off x="1674042" y="1186483"/>
              <a:ext cx="8843596" cy="7161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40" name="Isosceles Triangle 39"/>
            <p:cNvSpPr/>
            <p:nvPr/>
          </p:nvSpPr>
          <p:spPr>
            <a:xfrm rot="10800000">
              <a:off x="5892384" y="5313353"/>
              <a:ext cx="407233" cy="35106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41" name="Rectangle 40"/>
            <p:cNvSpPr/>
            <p:nvPr/>
          </p:nvSpPr>
          <p:spPr>
            <a:xfrm>
              <a:off x="1669293" y="1991156"/>
              <a:ext cx="8845667" cy="332219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ctrTitle"/>
          </p:nvPr>
        </p:nvSpPr>
        <p:spPr>
          <a:xfrm>
            <a:off x="1759236" y="2075504"/>
            <a:ext cx="8679915" cy="1748729"/>
          </a:xfrm>
        </p:spPr>
        <p:txBody>
          <a:bodyPr bIns="0" anchor="b">
            <a:normAutofit/>
          </a:bodyPr>
          <a:lstStyle>
            <a:lvl1pPr algn="ctr">
              <a:lnSpc>
                <a:spcPct val="80000"/>
              </a:lnSpc>
              <a:defRPr sz="5400" spc="-150">
                <a:solidFill>
                  <a:srgbClr val="FFFEFF"/>
                </a:solidFill>
              </a:defRPr>
            </a:lvl1pPr>
          </a:lstStyle>
          <a:p>
            <a:r>
              <a:rPr lang="en-US"/>
              <a:t>Click to edit Master title style</a:t>
            </a:r>
            <a:endParaRPr lang="en-US" dirty="0"/>
          </a:p>
        </p:txBody>
      </p:sp>
      <p:sp>
        <p:nvSpPr>
          <p:cNvPr id="3" name="Subtitle 2"/>
          <p:cNvSpPr>
            <a:spLocks noGrp="1"/>
          </p:cNvSpPr>
          <p:nvPr>
            <p:ph type="subTitle" idx="1"/>
          </p:nvPr>
        </p:nvSpPr>
        <p:spPr>
          <a:xfrm>
            <a:off x="1759237" y="3906266"/>
            <a:ext cx="8673427" cy="1322587"/>
          </a:xfrm>
        </p:spPr>
        <p:txBody>
          <a:bodyPr tIns="0">
            <a:normAutofit/>
          </a:bodyPr>
          <a:lstStyle>
            <a:lvl1pPr marL="0" indent="0" algn="ctr">
              <a:lnSpc>
                <a:spcPct val="100000"/>
              </a:lnSpc>
              <a:buNone/>
              <a:defRPr sz="1800" b="0">
                <a:solidFill>
                  <a:srgbClr val="FFFEFF"/>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804672" y="320040"/>
            <a:ext cx="3657600" cy="320040"/>
          </a:xfrm>
        </p:spPr>
        <p:txBody>
          <a:bodyPr vert="horz" lIns="91440" tIns="45720" rIns="91440" bIns="45720" rtlCol="0" anchor="ctr"/>
          <a:lstStyle>
            <a:lvl1pPr>
              <a:defRPr lang="en-US"/>
            </a:lvl1pPr>
          </a:lstStyle>
          <a:p>
            <a:fld id="{48A87A34-81AB-432B-8DAE-1953F412C126}" type="datetimeFigureOut">
              <a:rPr lang="en-US" dirty="0"/>
              <a:t>10/30/20</a:t>
            </a:fld>
            <a:endParaRPr lang="en-US" dirty="0"/>
          </a:p>
        </p:txBody>
      </p:sp>
      <p:sp>
        <p:nvSpPr>
          <p:cNvPr id="5" name="Footer Placeholder 4"/>
          <p:cNvSpPr>
            <a:spLocks noGrp="1"/>
          </p:cNvSpPr>
          <p:nvPr>
            <p:ph type="ftr" sz="quarter" idx="11"/>
          </p:nvPr>
        </p:nvSpPr>
        <p:spPr>
          <a:xfrm>
            <a:off x="804672" y="6227064"/>
            <a:ext cx="10588752" cy="320040"/>
          </a:xfrm>
        </p:spPr>
        <p:txBody>
          <a:bodyPr/>
          <a:lstStyle>
            <a:lvl1pPr algn="ctr">
              <a:defRPr/>
            </a:lvl1pPr>
          </a:lstStyle>
          <a:p>
            <a:endParaRPr lang="en-US" dirty="0"/>
          </a:p>
        </p:txBody>
      </p:sp>
      <p:sp>
        <p:nvSpPr>
          <p:cNvPr id="6" name="Slide Number Placeholder 5"/>
          <p:cNvSpPr>
            <a:spLocks noGrp="1"/>
          </p:cNvSpPr>
          <p:nvPr>
            <p:ph type="sldNum" sz="quarter" idx="12"/>
          </p:nvPr>
        </p:nvSpPr>
        <p:spPr>
          <a:xfrm>
            <a:off x="10469880" y="320040"/>
            <a:ext cx="914400" cy="320040"/>
          </a:xfrm>
        </p:spPr>
        <p:txBody>
          <a:bodyPr/>
          <a:lstStyle/>
          <a:p>
            <a:fld id="{6D22F896-40B5-4ADD-8801-0D06FADFA095}" type="slidenum">
              <a:rPr lang="en-US" dirty="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grpSp>
        <p:nvGrpSpPr>
          <p:cNvPr id="80" name="Group 79"/>
          <p:cNvGrpSpPr/>
          <p:nvPr/>
        </p:nvGrpSpPr>
        <p:grpSpPr>
          <a:xfrm>
            <a:off x="-417513" y="0"/>
            <a:ext cx="12584114" cy="6853238"/>
            <a:chOff x="-417513" y="0"/>
            <a:chExt cx="12584114" cy="6853238"/>
          </a:xfrm>
        </p:grpSpPr>
        <p:sp>
          <p:nvSpPr>
            <p:cNvPr id="81"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2"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3"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4"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5"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6"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7"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8"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9"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0"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1"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2"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3"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4"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5"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6"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97"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ln>
            <a:extLst>
              <a:ext uri="{909E8E84-426E-40DD-AFC4-6F175D3DCCD1}">
                <a14:hiddenFill xmlns:a14="http://schemas.microsoft.com/office/drawing/2010/main">
                  <a:solidFill>
                    <a:srgbClr val="FFFFFF"/>
                  </a:solidFill>
                </a14:hiddenFill>
              </a:ext>
            </a:extLst>
          </p:spPr>
        </p:sp>
        <p:sp>
          <p:nvSpPr>
            <p:cNvPr id="98"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9"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100"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101"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27" name="Group 26"/>
          <p:cNvGrpSpPr/>
          <p:nvPr/>
        </p:nvGrpSpPr>
        <p:grpSpPr>
          <a:xfrm>
            <a:off x="800144" y="1699589"/>
            <a:ext cx="3674476" cy="3470421"/>
            <a:chOff x="697883" y="1816768"/>
            <a:chExt cx="3674476" cy="3470421"/>
          </a:xfrm>
        </p:grpSpPr>
        <p:sp>
          <p:nvSpPr>
            <p:cNvPr id="28" name="Rectangle 27"/>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9"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0" name="Rectangle 29"/>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888631" y="2349925"/>
            <a:ext cx="3498979" cy="2456442"/>
          </a:xfrm>
        </p:spPr>
        <p:txBody>
          <a:bodyPr/>
          <a:lstStyle>
            <a:lvl1pPr>
              <a:defRPr>
                <a:solidFill>
                  <a:srgbClr val="FFFEFF"/>
                </a:solidFill>
              </a:defRPr>
            </a:lvl1pPr>
          </a:lstStyle>
          <a:p>
            <a:r>
              <a:rPr lang="en-US"/>
              <a:t>Click to edit Master title style</a:t>
            </a:r>
            <a:endParaRPr lang="en-US" dirty="0"/>
          </a:p>
        </p:txBody>
      </p:sp>
      <p:sp>
        <p:nvSpPr>
          <p:cNvPr id="3" name="Content Placeholder 2"/>
          <p:cNvSpPr>
            <a:spLocks noGrp="1"/>
          </p:cNvSpPr>
          <p:nvPr>
            <p:ph idx="1"/>
          </p:nvPr>
        </p:nvSpPr>
        <p:spPr>
          <a:xfrm>
            <a:off x="5118447" y="803186"/>
            <a:ext cx="6281873" cy="5248622"/>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10/30/20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grpSp>
        <p:nvGrpSpPr>
          <p:cNvPr id="77" name="Group 76"/>
          <p:cNvGrpSpPr/>
          <p:nvPr/>
        </p:nvGrpSpPr>
        <p:grpSpPr>
          <a:xfrm>
            <a:off x="-329674" y="-59376"/>
            <a:ext cx="12515851" cy="6923798"/>
            <a:chOff x="-329674" y="-51881"/>
            <a:chExt cx="12515851" cy="6923798"/>
          </a:xfrm>
        </p:grpSpPr>
        <p:sp>
          <p:nvSpPr>
            <p:cNvPr id="78" name="Freeform 5"/>
            <p:cNvSpPr/>
            <p:nvPr/>
          </p:nvSpPr>
          <p:spPr bwMode="auto">
            <a:xfrm>
              <a:off x="-329674" y="1298404"/>
              <a:ext cx="9702800" cy="5573512"/>
            </a:xfrm>
            <a:custGeom>
              <a:avLst/>
              <a:gdLst/>
              <a:ahLst/>
              <a:cxnLst/>
              <a:rect l="0" t="0" r="r" b="b"/>
              <a:pathLst>
                <a:path w="2038" h="1169">
                  <a:moveTo>
                    <a:pt x="1752" y="1169"/>
                  </a:moveTo>
                  <a:cubicBezTo>
                    <a:pt x="2038" y="928"/>
                    <a:pt x="1673" y="513"/>
                    <a:pt x="1487" y="334"/>
                  </a:cubicBezTo>
                  <a:cubicBezTo>
                    <a:pt x="1316" y="170"/>
                    <a:pt x="1099" y="43"/>
                    <a:pt x="860" y="22"/>
                  </a:cubicBezTo>
                  <a:cubicBezTo>
                    <a:pt x="621" y="0"/>
                    <a:pt x="341" y="128"/>
                    <a:pt x="199" y="318"/>
                  </a:cubicBezTo>
                  <a:cubicBezTo>
                    <a:pt x="0" y="586"/>
                    <a:pt x="184" y="965"/>
                    <a:pt x="399" y="1165"/>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9" name="Freeform 6"/>
            <p:cNvSpPr/>
            <p:nvPr/>
          </p:nvSpPr>
          <p:spPr bwMode="auto">
            <a:xfrm>
              <a:off x="670451" y="2018236"/>
              <a:ext cx="7373938" cy="4848892"/>
            </a:xfrm>
            <a:custGeom>
              <a:avLst/>
              <a:gdLst/>
              <a:ahLst/>
              <a:cxnLst/>
              <a:rect l="0" t="0" r="r" b="b"/>
              <a:pathLst>
                <a:path w="1549" h="1017">
                  <a:moveTo>
                    <a:pt x="1025" y="1016"/>
                  </a:moveTo>
                  <a:cubicBezTo>
                    <a:pt x="1223" y="971"/>
                    <a:pt x="1549" y="857"/>
                    <a:pt x="1443" y="592"/>
                  </a:cubicBezTo>
                  <a:cubicBezTo>
                    <a:pt x="1344" y="344"/>
                    <a:pt x="1041" y="111"/>
                    <a:pt x="782" y="53"/>
                  </a:cubicBezTo>
                  <a:cubicBezTo>
                    <a:pt x="545" y="0"/>
                    <a:pt x="275" y="117"/>
                    <a:pt x="150" y="329"/>
                  </a:cubicBezTo>
                  <a:cubicBezTo>
                    <a:pt x="0" y="584"/>
                    <a:pt x="243" y="911"/>
                    <a:pt x="477" y="1017"/>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0" name="Freeform 7"/>
            <p:cNvSpPr/>
            <p:nvPr/>
          </p:nvSpPr>
          <p:spPr bwMode="auto">
            <a:xfrm>
              <a:off x="251351" y="1788400"/>
              <a:ext cx="8035925" cy="5083516"/>
            </a:xfrm>
            <a:custGeom>
              <a:avLst/>
              <a:gdLst/>
              <a:ahLst/>
              <a:cxnLst/>
              <a:rect l="0" t="0" r="r" b="b"/>
              <a:pathLst>
                <a:path w="1688" h="1066">
                  <a:moveTo>
                    <a:pt x="1302" y="1066"/>
                  </a:moveTo>
                  <a:cubicBezTo>
                    <a:pt x="1416" y="1024"/>
                    <a:pt x="1551" y="962"/>
                    <a:pt x="1613" y="850"/>
                  </a:cubicBezTo>
                  <a:cubicBezTo>
                    <a:pt x="1688" y="715"/>
                    <a:pt x="1606" y="575"/>
                    <a:pt x="1517" y="471"/>
                  </a:cubicBezTo>
                  <a:cubicBezTo>
                    <a:pt x="1336" y="258"/>
                    <a:pt x="1084" y="62"/>
                    <a:pt x="798" y="28"/>
                  </a:cubicBezTo>
                  <a:cubicBezTo>
                    <a:pt x="559" y="0"/>
                    <a:pt x="317" y="138"/>
                    <a:pt x="181" y="333"/>
                  </a:cubicBezTo>
                  <a:cubicBezTo>
                    <a:pt x="0" y="592"/>
                    <a:pt x="191" y="907"/>
                    <a:pt x="420" y="1066"/>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1" name="Freeform 8"/>
            <p:cNvSpPr/>
            <p:nvPr/>
          </p:nvSpPr>
          <p:spPr bwMode="auto">
            <a:xfrm>
              <a:off x="-1061" y="549842"/>
              <a:ext cx="10334625" cy="6322075"/>
            </a:xfrm>
            <a:custGeom>
              <a:avLst/>
              <a:gdLst/>
              <a:ahLst/>
              <a:cxnLst/>
              <a:rect l="0" t="0" r="r" b="b"/>
              <a:pathLst>
                <a:path w="2171" h="1326">
                  <a:moveTo>
                    <a:pt x="1873" y="1326"/>
                  </a:moveTo>
                  <a:cubicBezTo>
                    <a:pt x="2171" y="1045"/>
                    <a:pt x="1825" y="678"/>
                    <a:pt x="1609" y="473"/>
                  </a:cubicBezTo>
                  <a:cubicBezTo>
                    <a:pt x="1406" y="281"/>
                    <a:pt x="1159" y="116"/>
                    <a:pt x="880" y="63"/>
                  </a:cubicBezTo>
                  <a:cubicBezTo>
                    <a:pt x="545" y="0"/>
                    <a:pt x="214" y="161"/>
                    <a:pt x="0" y="42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2" name="Freeform 9"/>
            <p:cNvSpPr/>
            <p:nvPr/>
          </p:nvSpPr>
          <p:spPr bwMode="auto">
            <a:xfrm>
              <a:off x="3701" y="6186246"/>
              <a:ext cx="504825" cy="681527"/>
            </a:xfrm>
            <a:custGeom>
              <a:avLst/>
              <a:gdLst/>
              <a:ahLst/>
              <a:cxnLst/>
              <a:rect l="0" t="0" r="r" b="b"/>
              <a:pathLst>
                <a:path w="106" h="143">
                  <a:moveTo>
                    <a:pt x="0" y="0"/>
                  </a:moveTo>
                  <a:cubicBezTo>
                    <a:pt x="35" y="54"/>
                    <a:pt x="70" y="101"/>
                    <a:pt x="106" y="143"/>
                  </a:cubicBezTo>
                </a:path>
              </a:pathLst>
            </a:custGeom>
            <a:noFill/>
            <a:ln w="4763"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3" name="Freeform 10"/>
            <p:cNvSpPr/>
            <p:nvPr/>
          </p:nvSpPr>
          <p:spPr bwMode="auto">
            <a:xfrm>
              <a:off x="-1061" y="-51881"/>
              <a:ext cx="11091863" cy="6923796"/>
            </a:xfrm>
            <a:custGeom>
              <a:avLst/>
              <a:gdLst/>
              <a:ahLst/>
              <a:cxnLst/>
              <a:rect l="0" t="0" r="r" b="b"/>
              <a:pathLst>
                <a:path w="2330" h="1452">
                  <a:moveTo>
                    <a:pt x="2046" y="1452"/>
                  </a:moveTo>
                  <a:cubicBezTo>
                    <a:pt x="2330" y="1153"/>
                    <a:pt x="2049" y="821"/>
                    <a:pt x="1813" y="601"/>
                  </a:cubicBezTo>
                  <a:cubicBezTo>
                    <a:pt x="1569" y="375"/>
                    <a:pt x="1282" y="179"/>
                    <a:pt x="956" y="97"/>
                  </a:cubicBezTo>
                  <a:cubicBezTo>
                    <a:pt x="572" y="0"/>
                    <a:pt x="292" y="101"/>
                    <a:pt x="0" y="366"/>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4" name="Freeform 11"/>
            <p:cNvSpPr/>
            <p:nvPr/>
          </p:nvSpPr>
          <p:spPr bwMode="auto">
            <a:xfrm>
              <a:off x="5426601" y="5579"/>
              <a:ext cx="5788025" cy="6847184"/>
            </a:xfrm>
            <a:custGeom>
              <a:avLst/>
              <a:gdLst/>
              <a:ahLst/>
              <a:cxnLst/>
              <a:rect l="0" t="0" r="r" b="b"/>
              <a:pathLst>
                <a:path w="1216" h="1436">
                  <a:moveTo>
                    <a:pt x="1094" y="1436"/>
                  </a:moveTo>
                  <a:cubicBezTo>
                    <a:pt x="1216" y="1114"/>
                    <a:pt x="904" y="770"/>
                    <a:pt x="709" y="551"/>
                  </a:cubicBezTo>
                  <a:cubicBezTo>
                    <a:pt x="509" y="327"/>
                    <a:pt x="274" y="127"/>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5" name="Freeform 12"/>
            <p:cNvSpPr/>
            <p:nvPr/>
          </p:nvSpPr>
          <p:spPr bwMode="auto">
            <a:xfrm>
              <a:off x="-1061" y="5579"/>
              <a:ext cx="1057275" cy="614491"/>
            </a:xfrm>
            <a:custGeom>
              <a:avLst/>
              <a:gdLst/>
              <a:ahLst/>
              <a:cxnLst/>
              <a:rect l="0" t="0" r="r" b="b"/>
              <a:pathLst>
                <a:path w="222" h="129">
                  <a:moveTo>
                    <a:pt x="222" y="0"/>
                  </a:moveTo>
                  <a:cubicBezTo>
                    <a:pt x="152" y="35"/>
                    <a:pt x="76" y="78"/>
                    <a:pt x="0" y="12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6" name="Freeform 13"/>
            <p:cNvSpPr/>
            <p:nvPr/>
          </p:nvSpPr>
          <p:spPr bwMode="auto">
            <a:xfrm>
              <a:off x="5821889" y="5579"/>
              <a:ext cx="5588000" cy="6866337"/>
            </a:xfrm>
            <a:custGeom>
              <a:avLst/>
              <a:gdLst/>
              <a:ahLst/>
              <a:cxnLst/>
              <a:rect l="0" t="0" r="r" b="b"/>
              <a:pathLst>
                <a:path w="1174" h="1440">
                  <a:moveTo>
                    <a:pt x="1067" y="1440"/>
                  </a:moveTo>
                  <a:cubicBezTo>
                    <a:pt x="1174" y="1124"/>
                    <a:pt x="887" y="797"/>
                    <a:pt x="698" y="577"/>
                  </a:cubicBezTo>
                  <a:cubicBezTo>
                    <a:pt x="500" y="348"/>
                    <a:pt x="270" y="14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7" name="Freeform 14"/>
            <p:cNvSpPr/>
            <p:nvPr/>
          </p:nvSpPr>
          <p:spPr bwMode="auto">
            <a:xfrm>
              <a:off x="3701" y="790"/>
              <a:ext cx="595313" cy="352734"/>
            </a:xfrm>
            <a:custGeom>
              <a:avLst/>
              <a:gdLst/>
              <a:ahLst/>
              <a:cxnLst/>
              <a:rect l="0" t="0" r="r" b="b"/>
              <a:pathLst>
                <a:path w="125" h="74">
                  <a:moveTo>
                    <a:pt x="125" y="0"/>
                  </a:moveTo>
                  <a:cubicBezTo>
                    <a:pt x="85" y="22"/>
                    <a:pt x="43" y="47"/>
                    <a:pt x="0" y="74"/>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8" name="Freeform 15"/>
            <p:cNvSpPr/>
            <p:nvPr/>
          </p:nvSpPr>
          <p:spPr bwMode="auto">
            <a:xfrm>
              <a:off x="6012389" y="5579"/>
              <a:ext cx="5497513" cy="6866337"/>
            </a:xfrm>
            <a:custGeom>
              <a:avLst/>
              <a:gdLst/>
              <a:ahLst/>
              <a:cxnLst/>
              <a:rect l="0" t="0" r="r" b="b"/>
              <a:pathLst>
                <a:path w="1155" h="1440">
                  <a:moveTo>
                    <a:pt x="1056" y="1440"/>
                  </a:moveTo>
                  <a:cubicBezTo>
                    <a:pt x="1155" y="1123"/>
                    <a:pt x="875" y="801"/>
                    <a:pt x="686" y="580"/>
                  </a:cubicBezTo>
                  <a:cubicBezTo>
                    <a:pt x="491" y="352"/>
                    <a:pt x="264" y="145"/>
                    <a:pt x="0" y="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89" name="Freeform 16"/>
            <p:cNvSpPr/>
            <p:nvPr/>
          </p:nvSpPr>
          <p:spPr bwMode="auto">
            <a:xfrm>
              <a:off x="-1061" y="5579"/>
              <a:ext cx="357188" cy="213875"/>
            </a:xfrm>
            <a:custGeom>
              <a:avLst/>
              <a:gdLst/>
              <a:ahLst/>
              <a:cxnLst/>
              <a:rect l="0" t="0" r="r" b="b"/>
              <a:pathLst>
                <a:path w="75" h="45">
                  <a:moveTo>
                    <a:pt x="75" y="0"/>
                  </a:moveTo>
                  <a:cubicBezTo>
                    <a:pt x="50" y="14"/>
                    <a:pt x="25" y="29"/>
                    <a:pt x="0" y="45"/>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90" name="Freeform 17"/>
            <p:cNvSpPr/>
            <p:nvPr/>
          </p:nvSpPr>
          <p:spPr bwMode="auto">
            <a:xfrm>
              <a:off x="6210826" y="790"/>
              <a:ext cx="5522913" cy="6871126"/>
            </a:xfrm>
            <a:custGeom>
              <a:avLst/>
              <a:gdLst/>
              <a:ahLst/>
              <a:cxnLst/>
              <a:rect l="0" t="0" r="r" b="b"/>
              <a:pathLst>
                <a:path w="1160" h="1441">
                  <a:moveTo>
                    <a:pt x="1053" y="1441"/>
                  </a:moveTo>
                  <a:cubicBezTo>
                    <a:pt x="1160" y="1129"/>
                    <a:pt x="892" y="817"/>
                    <a:pt x="705" y="599"/>
                  </a:cubicBezTo>
                  <a:cubicBezTo>
                    <a:pt x="503" y="365"/>
                    <a:pt x="270" y="152"/>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1" name="Freeform 18"/>
            <p:cNvSpPr/>
            <p:nvPr/>
          </p:nvSpPr>
          <p:spPr bwMode="auto">
            <a:xfrm>
              <a:off x="6463239" y="5579"/>
              <a:ext cx="5413375" cy="6866337"/>
            </a:xfrm>
            <a:custGeom>
              <a:avLst/>
              <a:gdLst/>
              <a:ahLst/>
              <a:cxnLst/>
              <a:rect l="0" t="0" r="r" b="b"/>
              <a:pathLst>
                <a:path w="1137" h="1440">
                  <a:moveTo>
                    <a:pt x="1040" y="1440"/>
                  </a:moveTo>
                  <a:cubicBezTo>
                    <a:pt x="1137" y="1131"/>
                    <a:pt x="883" y="828"/>
                    <a:pt x="698" y="611"/>
                  </a:cubicBezTo>
                  <a:cubicBezTo>
                    <a:pt x="498" y="375"/>
                    <a:pt x="268" y="159"/>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2" name="Freeform 19"/>
            <p:cNvSpPr/>
            <p:nvPr/>
          </p:nvSpPr>
          <p:spPr bwMode="auto">
            <a:xfrm>
              <a:off x="6877576" y="5579"/>
              <a:ext cx="5037138" cy="6861550"/>
            </a:xfrm>
            <a:custGeom>
              <a:avLst/>
              <a:gdLst/>
              <a:ahLst/>
              <a:cxnLst/>
              <a:rect l="0" t="0" r="r" b="b"/>
              <a:pathLst>
                <a:path w="1058" h="1439">
                  <a:moveTo>
                    <a:pt x="1011" y="1439"/>
                  </a:moveTo>
                  <a:cubicBezTo>
                    <a:pt x="1058" y="1131"/>
                    <a:pt x="825" y="841"/>
                    <a:pt x="648" y="617"/>
                  </a:cubicBezTo>
                  <a:cubicBezTo>
                    <a:pt x="462" y="383"/>
                    <a:pt x="248" y="16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3" name="Freeform 20"/>
            <p:cNvSpPr/>
            <p:nvPr/>
          </p:nvSpPr>
          <p:spPr bwMode="auto">
            <a:xfrm>
              <a:off x="8768289" y="5579"/>
              <a:ext cx="3417888" cy="2742066"/>
            </a:xfrm>
            <a:custGeom>
              <a:avLst/>
              <a:gdLst/>
              <a:ahLst/>
              <a:cxnLst/>
              <a:rect l="0" t="0" r="r" b="b"/>
              <a:pathLst>
                <a:path w="718" h="575">
                  <a:moveTo>
                    <a:pt x="718" y="575"/>
                  </a:moveTo>
                  <a:cubicBezTo>
                    <a:pt x="500" y="360"/>
                    <a:pt x="260" y="163"/>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4" name="Freeform 21"/>
            <p:cNvSpPr/>
            <p:nvPr/>
          </p:nvSpPr>
          <p:spPr bwMode="auto">
            <a:xfrm>
              <a:off x="9235014" y="10367"/>
              <a:ext cx="2951163" cy="2555325"/>
            </a:xfrm>
            <a:custGeom>
              <a:avLst/>
              <a:gdLst/>
              <a:ahLst/>
              <a:cxnLst/>
              <a:rect l="0" t="0" r="r" b="b"/>
              <a:pathLst>
                <a:path w="620" h="536">
                  <a:moveTo>
                    <a:pt x="620" y="536"/>
                  </a:moveTo>
                  <a:cubicBezTo>
                    <a:pt x="404" y="314"/>
                    <a:pt x="196" y="13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5" name="Freeform 22"/>
            <p:cNvSpPr/>
            <p:nvPr/>
          </p:nvSpPr>
          <p:spPr bwMode="auto">
            <a:xfrm>
              <a:off x="10020826" y="5579"/>
              <a:ext cx="2165350" cy="1358265"/>
            </a:xfrm>
            <a:custGeom>
              <a:avLst/>
              <a:gdLst/>
              <a:ahLst/>
              <a:cxnLst/>
              <a:rect l="0" t="0" r="r" b="b"/>
              <a:pathLst>
                <a:path w="455" h="285">
                  <a:moveTo>
                    <a:pt x="0" y="0"/>
                  </a:moveTo>
                  <a:cubicBezTo>
                    <a:pt x="153" y="85"/>
                    <a:pt x="308" y="180"/>
                    <a:pt x="455" y="285"/>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96" name="Freeform 23"/>
            <p:cNvSpPr/>
            <p:nvPr/>
          </p:nvSpPr>
          <p:spPr bwMode="auto">
            <a:xfrm>
              <a:off x="11290826" y="5579"/>
              <a:ext cx="895350" cy="534687"/>
            </a:xfrm>
            <a:custGeom>
              <a:avLst/>
              <a:gdLst/>
              <a:ahLst/>
              <a:cxnLst/>
              <a:rect l="0" t="0" r="r" b="b"/>
              <a:pathLst>
                <a:path w="188" h="112">
                  <a:moveTo>
                    <a:pt x="0" y="0"/>
                  </a:moveTo>
                  <a:cubicBezTo>
                    <a:pt x="63" y="36"/>
                    <a:pt x="126" y="73"/>
                    <a:pt x="188" y="112"/>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9" name="Group 8"/>
          <p:cNvGrpSpPr/>
          <p:nvPr/>
        </p:nvGrpSpPr>
        <p:grpSpPr>
          <a:xfrm>
            <a:off x="3259545" y="1186483"/>
            <a:ext cx="5666145" cy="4477933"/>
            <a:chOff x="3259545" y="1186483"/>
            <a:chExt cx="5666145" cy="4477933"/>
          </a:xfrm>
        </p:grpSpPr>
        <p:sp>
          <p:nvSpPr>
            <p:cNvPr id="99" name="Rectangle 98"/>
            <p:cNvSpPr/>
            <p:nvPr/>
          </p:nvSpPr>
          <p:spPr>
            <a:xfrm>
              <a:off x="3259545" y="1186483"/>
              <a:ext cx="5657881" cy="7161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0" name="Isosceles Triangle 39"/>
            <p:cNvSpPr/>
            <p:nvPr/>
          </p:nvSpPr>
          <p:spPr>
            <a:xfrm rot="10800000">
              <a:off x="5892384" y="5313353"/>
              <a:ext cx="407233" cy="35106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1" name="Rectangle 100"/>
            <p:cNvSpPr/>
            <p:nvPr/>
          </p:nvSpPr>
          <p:spPr>
            <a:xfrm>
              <a:off x="3259545" y="1991156"/>
              <a:ext cx="5666145" cy="332219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3344216" y="2074730"/>
            <a:ext cx="5490224" cy="1689390"/>
          </a:xfrm>
        </p:spPr>
        <p:txBody>
          <a:bodyPr bIns="0" anchor="b">
            <a:normAutofit/>
          </a:bodyPr>
          <a:lstStyle>
            <a:lvl1pPr algn="ctr">
              <a:defRPr sz="4400">
                <a:solidFill>
                  <a:srgbClr val="FFFEFF"/>
                </a:solidFill>
              </a:defRPr>
            </a:lvl1pPr>
          </a:lstStyle>
          <a:p>
            <a:r>
              <a:rPr lang="en-US"/>
              <a:t>Click to edit Master title style</a:t>
            </a:r>
            <a:endParaRPr lang="en-US" dirty="0"/>
          </a:p>
        </p:txBody>
      </p:sp>
      <p:sp>
        <p:nvSpPr>
          <p:cNvPr id="3" name="Text Placeholder 2"/>
          <p:cNvSpPr>
            <a:spLocks noGrp="1"/>
          </p:cNvSpPr>
          <p:nvPr>
            <p:ph type="body" idx="1"/>
          </p:nvPr>
        </p:nvSpPr>
        <p:spPr>
          <a:xfrm>
            <a:off x="3344215" y="3846851"/>
            <a:ext cx="5490223" cy="1383770"/>
          </a:xfrm>
        </p:spPr>
        <p:txBody>
          <a:bodyPr tIns="0">
            <a:normAutofit/>
          </a:bodyPr>
          <a:lstStyle>
            <a:lvl1pPr marL="0" indent="0" algn="ctr">
              <a:buNone/>
              <a:defRPr sz="1800">
                <a:solidFill>
                  <a:srgbClr val="FFFEFF"/>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04672" y="320040"/>
            <a:ext cx="3657600" cy="320040"/>
          </a:xfrm>
        </p:spPr>
        <p:txBody>
          <a:bodyPr/>
          <a:lstStyle/>
          <a:p>
            <a:fld id="{48A87A34-81AB-432B-8DAE-1953F412C126}" type="datetimeFigureOut">
              <a:rPr lang="en-US" dirty="0"/>
              <a:t>10/30/20</a:t>
            </a:fld>
            <a:endParaRPr lang="en-US" dirty="0"/>
          </a:p>
        </p:txBody>
      </p:sp>
      <p:sp>
        <p:nvSpPr>
          <p:cNvPr id="5" name="Footer Placeholder 4"/>
          <p:cNvSpPr>
            <a:spLocks noGrp="1"/>
          </p:cNvSpPr>
          <p:nvPr>
            <p:ph type="ftr" sz="quarter" idx="11"/>
          </p:nvPr>
        </p:nvSpPr>
        <p:spPr>
          <a:xfrm>
            <a:off x="804672" y="6227064"/>
            <a:ext cx="10588752" cy="320040"/>
          </a:xfrm>
        </p:spPr>
        <p:txBody>
          <a:bodyPr/>
          <a:lstStyle>
            <a:lvl1pPr algn="ctr">
              <a:defRPr/>
            </a:lvl1pPr>
          </a:lstStyle>
          <a:p>
            <a:endParaRPr lang="en-US" dirty="0"/>
          </a:p>
        </p:txBody>
      </p:sp>
      <p:sp>
        <p:nvSpPr>
          <p:cNvPr id="6" name="Slide Number Placeholder 5"/>
          <p:cNvSpPr>
            <a:spLocks noGrp="1"/>
          </p:cNvSpPr>
          <p:nvPr>
            <p:ph type="sldNum" sz="quarter" idx="12"/>
          </p:nvPr>
        </p:nvSpPr>
        <p:spPr>
          <a:xfrm>
            <a:off x="10469880" y="320040"/>
            <a:ext cx="914400" cy="320040"/>
          </a:xfrm>
        </p:spPr>
        <p:txBody>
          <a:bodyPr/>
          <a:lstStyle/>
          <a:p>
            <a:fld id="{6D22F896-40B5-4ADD-8801-0D06FADFA095}" type="slidenum">
              <a:rPr lang="en-US" dirty="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grpSp>
        <p:nvGrpSpPr>
          <p:cNvPr id="37" name="Group 36"/>
          <p:cNvGrpSpPr/>
          <p:nvPr/>
        </p:nvGrpSpPr>
        <p:grpSpPr>
          <a:xfrm>
            <a:off x="-417513" y="0"/>
            <a:ext cx="12584114" cy="6853238"/>
            <a:chOff x="-417513" y="0"/>
            <a:chExt cx="12584114" cy="6853238"/>
          </a:xfrm>
        </p:grpSpPr>
        <p:sp>
          <p:nvSpPr>
            <p:cNvPr id="38"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39"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0"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1"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42"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43"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44"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5"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6"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7"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8"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9"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0"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1"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2"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3"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54"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ln>
            <a:extLst>
              <a:ext uri="{909E8E84-426E-40DD-AFC4-6F175D3DCCD1}">
                <a14:hiddenFill xmlns:a14="http://schemas.microsoft.com/office/drawing/2010/main">
                  <a:solidFill>
                    <a:srgbClr val="FFFFFF"/>
                  </a:solidFill>
                </a14:hiddenFill>
              </a:ext>
            </a:extLst>
          </p:spPr>
        </p:sp>
        <p:sp>
          <p:nvSpPr>
            <p:cNvPr id="55"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6"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7"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8"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59" name="Group 58"/>
          <p:cNvGrpSpPr/>
          <p:nvPr/>
        </p:nvGrpSpPr>
        <p:grpSpPr>
          <a:xfrm>
            <a:off x="800144" y="1699589"/>
            <a:ext cx="3674476" cy="3470421"/>
            <a:chOff x="697883" y="1816768"/>
            <a:chExt cx="3674476" cy="3470421"/>
          </a:xfrm>
        </p:grpSpPr>
        <p:sp>
          <p:nvSpPr>
            <p:cNvPr id="60" name="Rectangle 59"/>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1"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2" name="Rectangle 61"/>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889000" y="2339669"/>
            <a:ext cx="3500828" cy="2470065"/>
          </a:xfrm>
        </p:spPr>
        <p:txBody>
          <a:bodyPr lIns="91440" tIns="91440" rIns="91440" bIns="91440"/>
          <a:lstStyle>
            <a:lvl1pPr>
              <a:defRPr>
                <a:solidFill>
                  <a:srgbClr val="FFFEFF"/>
                </a:solidFill>
              </a:defRPr>
            </a:lvl1pPr>
          </a:lstStyle>
          <a:p>
            <a:r>
              <a:rPr lang="en-US"/>
              <a:t>Click to edit Master title style</a:t>
            </a:r>
            <a:endParaRPr lang="en-US" dirty="0"/>
          </a:p>
        </p:txBody>
      </p:sp>
      <p:sp>
        <p:nvSpPr>
          <p:cNvPr id="3" name="Content Placeholder 2"/>
          <p:cNvSpPr>
            <a:spLocks noGrp="1"/>
          </p:cNvSpPr>
          <p:nvPr>
            <p:ph sz="half" idx="1"/>
          </p:nvPr>
        </p:nvSpPr>
        <p:spPr>
          <a:xfrm>
            <a:off x="5120878" y="803187"/>
            <a:ext cx="6269591" cy="23826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118447" y="3672162"/>
            <a:ext cx="6272022" cy="238358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a:xfrm>
            <a:off x="804672" y="320040"/>
            <a:ext cx="3657600" cy="320040"/>
          </a:xfrm>
        </p:spPr>
        <p:txBody>
          <a:bodyPr/>
          <a:lstStyle/>
          <a:p>
            <a:fld id="{48A87A34-81AB-432B-8DAE-1953F412C126}" type="datetimeFigureOut">
              <a:rPr lang="en-US" dirty="0"/>
              <a:t>10/30/20</a:t>
            </a:fld>
            <a:endParaRPr lang="en-US" dirty="0"/>
          </a:p>
        </p:txBody>
      </p:sp>
      <p:sp>
        <p:nvSpPr>
          <p:cNvPr id="6" name="Footer Placeholder 5"/>
          <p:cNvSpPr>
            <a:spLocks noGrp="1"/>
          </p:cNvSpPr>
          <p:nvPr>
            <p:ph type="ftr" sz="quarter" idx="11"/>
          </p:nvPr>
        </p:nvSpPr>
        <p:spPr>
          <a:xfrm>
            <a:off x="804672" y="6227064"/>
            <a:ext cx="10588752" cy="320040"/>
          </a:xfrm>
        </p:spPr>
        <p:txBody>
          <a:bodyPr/>
          <a:lstStyle/>
          <a:p>
            <a:endParaRPr lang="en-US" dirty="0"/>
          </a:p>
        </p:txBody>
      </p:sp>
      <p:sp>
        <p:nvSpPr>
          <p:cNvPr id="7" name="Slide Number Placeholder 6"/>
          <p:cNvSpPr>
            <a:spLocks noGrp="1"/>
          </p:cNvSpPr>
          <p:nvPr>
            <p:ph type="sldNum" sz="quarter" idx="12"/>
          </p:nvPr>
        </p:nvSpPr>
        <p:spPr>
          <a:xfrm>
            <a:off x="10469880" y="320040"/>
            <a:ext cx="914400" cy="320040"/>
          </a:xfrm>
        </p:spPr>
        <p:txBody>
          <a:bodyPr/>
          <a:lstStyle/>
          <a:p>
            <a:fld id="{6D22F896-40B5-4ADD-8801-0D06FADFA095}"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grpSp>
        <p:nvGrpSpPr>
          <p:cNvPr id="39" name="Group 38"/>
          <p:cNvGrpSpPr/>
          <p:nvPr/>
        </p:nvGrpSpPr>
        <p:grpSpPr>
          <a:xfrm>
            <a:off x="-417513" y="0"/>
            <a:ext cx="12584114" cy="6853238"/>
            <a:chOff x="-417513" y="0"/>
            <a:chExt cx="12584114" cy="6853238"/>
          </a:xfrm>
        </p:grpSpPr>
        <p:sp>
          <p:nvSpPr>
            <p:cNvPr id="40"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1"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2"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3"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44"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45"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46"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7"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8"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9"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0"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1"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2"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3"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4"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5"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56"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ln>
            <a:extLst>
              <a:ext uri="{909E8E84-426E-40DD-AFC4-6F175D3DCCD1}">
                <a14:hiddenFill xmlns:a14="http://schemas.microsoft.com/office/drawing/2010/main">
                  <a:solidFill>
                    <a:srgbClr val="FFFFFF"/>
                  </a:solidFill>
                </a14:hiddenFill>
              </a:ext>
            </a:extLst>
          </p:spPr>
        </p:sp>
        <p:sp>
          <p:nvSpPr>
            <p:cNvPr id="57"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8"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9"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60"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61" name="Group 60"/>
          <p:cNvGrpSpPr/>
          <p:nvPr/>
        </p:nvGrpSpPr>
        <p:grpSpPr>
          <a:xfrm>
            <a:off x="800144" y="1699589"/>
            <a:ext cx="3674476" cy="3470421"/>
            <a:chOff x="697883" y="1816768"/>
            <a:chExt cx="3674476" cy="3470421"/>
          </a:xfrm>
        </p:grpSpPr>
        <p:sp>
          <p:nvSpPr>
            <p:cNvPr id="62" name="Rectangle 61"/>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3"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4" name="Rectangle 63"/>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889001" y="2363915"/>
            <a:ext cx="3500828" cy="2460497"/>
          </a:xfrm>
        </p:spPr>
        <p:txBody>
          <a:bodyPr lIns="91440" tIns="91440" rIns="91440" bIns="91440"/>
          <a:lstStyle>
            <a:lvl1pPr>
              <a:defRPr>
                <a:solidFill>
                  <a:srgbClr val="FFFEFF"/>
                </a:solidFill>
              </a:defRPr>
            </a:lvl1pPr>
          </a:lstStyle>
          <a:p>
            <a:r>
              <a:rPr lang="en-US"/>
              <a:t>Click to edit Master title style</a:t>
            </a:r>
            <a:endParaRPr lang="en-US" dirty="0"/>
          </a:p>
        </p:txBody>
      </p:sp>
      <p:sp>
        <p:nvSpPr>
          <p:cNvPr id="3" name="Text Placeholder 2"/>
          <p:cNvSpPr>
            <a:spLocks noGrp="1"/>
          </p:cNvSpPr>
          <p:nvPr>
            <p:ph type="body" idx="1"/>
          </p:nvPr>
        </p:nvSpPr>
        <p:spPr>
          <a:xfrm>
            <a:off x="5125137" y="803185"/>
            <a:ext cx="6265088" cy="685800"/>
          </a:xfrm>
        </p:spPr>
        <p:txBody>
          <a:bodyPr anchor="ctr">
            <a:noAutofit/>
          </a:bodyPr>
          <a:lstStyle>
            <a:lvl1pPr marL="0" indent="0" algn="l">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125305" y="1488985"/>
            <a:ext cx="6264350" cy="169685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118653" y="3665887"/>
            <a:ext cx="6264414" cy="685800"/>
          </a:xfrm>
        </p:spPr>
        <p:txBody>
          <a:bodyPr anchor="ctr">
            <a:noAutofit/>
          </a:bodyPr>
          <a:lstStyle>
            <a:lvl1pPr marL="0" indent="0" algn="l">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118447" y="4351687"/>
            <a:ext cx="6265588" cy="17040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a:xfrm>
            <a:off x="804672" y="320040"/>
            <a:ext cx="3657600" cy="320040"/>
          </a:xfrm>
        </p:spPr>
        <p:txBody>
          <a:bodyPr/>
          <a:lstStyle/>
          <a:p>
            <a:fld id="{48A87A34-81AB-432B-8DAE-1953F412C126}" type="datetimeFigureOut">
              <a:rPr lang="en-US" dirty="0"/>
              <a:t>10/30/20</a:t>
            </a:fld>
            <a:endParaRPr lang="en-US" dirty="0"/>
          </a:p>
        </p:txBody>
      </p:sp>
      <p:sp>
        <p:nvSpPr>
          <p:cNvPr id="8" name="Footer Placeholder 7"/>
          <p:cNvSpPr>
            <a:spLocks noGrp="1"/>
          </p:cNvSpPr>
          <p:nvPr>
            <p:ph type="ftr" sz="quarter" idx="11"/>
          </p:nvPr>
        </p:nvSpPr>
        <p:spPr>
          <a:xfrm>
            <a:off x="804672" y="6227064"/>
            <a:ext cx="10588752" cy="320040"/>
          </a:xfrm>
        </p:spPr>
        <p:txBody>
          <a:bodyPr/>
          <a:lstStyle/>
          <a:p>
            <a:endParaRPr lang="en-US" dirty="0"/>
          </a:p>
        </p:txBody>
      </p:sp>
      <p:sp>
        <p:nvSpPr>
          <p:cNvPr id="9" name="Slide Number Placeholder 8"/>
          <p:cNvSpPr>
            <a:spLocks noGrp="1"/>
          </p:cNvSpPr>
          <p:nvPr>
            <p:ph type="sldNum" sz="quarter" idx="12"/>
          </p:nvPr>
        </p:nvSpPr>
        <p:spPr>
          <a:xfrm>
            <a:off x="10469880" y="320040"/>
            <a:ext cx="914400" cy="320040"/>
          </a:xfrm>
        </p:spPr>
        <p:txBody>
          <a:bodyPr/>
          <a:lstStyle/>
          <a:p>
            <a:fld id="{6D22F896-40B5-4ADD-8801-0D06FADFA095}"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grpSp>
        <p:nvGrpSpPr>
          <p:cNvPr id="77" name="Group 76"/>
          <p:cNvGrpSpPr/>
          <p:nvPr/>
        </p:nvGrpSpPr>
        <p:grpSpPr>
          <a:xfrm>
            <a:off x="-417513" y="0"/>
            <a:ext cx="12584114" cy="6853238"/>
            <a:chOff x="-417513" y="0"/>
            <a:chExt cx="12584114" cy="6853238"/>
          </a:xfrm>
        </p:grpSpPr>
        <p:sp>
          <p:nvSpPr>
            <p:cNvPr id="78"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9"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0"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1"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2"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3"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4"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5"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6"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7"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8"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9"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0"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1"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2"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3"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94"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ln>
            <a:extLst>
              <a:ext uri="{909E8E84-426E-40DD-AFC4-6F175D3DCCD1}">
                <a14:hiddenFill xmlns:a14="http://schemas.microsoft.com/office/drawing/2010/main">
                  <a:solidFill>
                    <a:srgbClr val="FFFFFF"/>
                  </a:solidFill>
                </a14:hiddenFill>
              </a:ext>
            </a:extLst>
          </p:spPr>
        </p:sp>
        <p:sp>
          <p:nvSpPr>
            <p:cNvPr id="95"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6"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7"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8"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24" name="Group 23"/>
          <p:cNvGrpSpPr/>
          <p:nvPr/>
        </p:nvGrpSpPr>
        <p:grpSpPr>
          <a:xfrm>
            <a:off x="800144" y="1699589"/>
            <a:ext cx="3674476" cy="3470421"/>
            <a:chOff x="697883" y="1816768"/>
            <a:chExt cx="3674476" cy="3470421"/>
          </a:xfrm>
        </p:grpSpPr>
        <p:sp>
          <p:nvSpPr>
            <p:cNvPr id="25" name="Rectangle 24"/>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6"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7" name="Rectangle 26"/>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888632" y="2349925"/>
            <a:ext cx="3501196" cy="2456442"/>
          </a:xfrm>
        </p:spPr>
        <p:txBody>
          <a:bodyPr/>
          <a:lstStyle>
            <a:lvl1pPr>
              <a:defRPr>
                <a:solidFill>
                  <a:srgbClr val="FFFEFF"/>
                </a:solidFill>
              </a:defRPr>
            </a:lvl1p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dirty="0"/>
              <a:t>10/30/20</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04672" y="320040"/>
            <a:ext cx="3657600" cy="320040"/>
          </a:xfrm>
        </p:spPr>
        <p:txBody>
          <a:bodyPr/>
          <a:lstStyle/>
          <a:p>
            <a:fld id="{48A87A34-81AB-432B-8DAE-1953F412C126}" type="datetimeFigureOut">
              <a:rPr lang="en-US" dirty="0"/>
              <a:t>10/30/20</a:t>
            </a:fld>
            <a:endParaRPr lang="en-US" dirty="0"/>
          </a:p>
        </p:txBody>
      </p:sp>
      <p:sp>
        <p:nvSpPr>
          <p:cNvPr id="3" name="Footer Placeholder 2"/>
          <p:cNvSpPr>
            <a:spLocks noGrp="1"/>
          </p:cNvSpPr>
          <p:nvPr>
            <p:ph type="ftr" sz="quarter" idx="11"/>
          </p:nvPr>
        </p:nvSpPr>
        <p:spPr>
          <a:xfrm>
            <a:off x="804672" y="6227064"/>
            <a:ext cx="10588752" cy="320040"/>
          </a:xfrm>
        </p:spPr>
        <p:txBody>
          <a:bodyPr/>
          <a:lstStyle/>
          <a:p>
            <a:endParaRPr lang="en-US" dirty="0"/>
          </a:p>
        </p:txBody>
      </p:sp>
      <p:sp>
        <p:nvSpPr>
          <p:cNvPr id="4" name="Slide Number Placeholder 3"/>
          <p:cNvSpPr>
            <a:spLocks noGrp="1"/>
          </p:cNvSpPr>
          <p:nvPr>
            <p:ph type="sldNum" sz="quarter" idx="12"/>
          </p:nvPr>
        </p:nvSpPr>
        <p:spPr>
          <a:xfrm>
            <a:off x="10469880" y="320040"/>
            <a:ext cx="914400" cy="320040"/>
          </a:xfrm>
        </p:spPr>
        <p:txBody>
          <a:bodyPr/>
          <a:lstStyle/>
          <a:p>
            <a:fld id="{6D22F896-40B5-4ADD-8801-0D06FADFA095}"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grpSp>
        <p:nvGrpSpPr>
          <p:cNvPr id="74" name="Group 73"/>
          <p:cNvGrpSpPr/>
          <p:nvPr/>
        </p:nvGrpSpPr>
        <p:grpSpPr>
          <a:xfrm>
            <a:off x="-417513" y="0"/>
            <a:ext cx="12584114" cy="6853238"/>
            <a:chOff x="-417513" y="0"/>
            <a:chExt cx="12584114" cy="6853238"/>
          </a:xfrm>
        </p:grpSpPr>
        <p:sp>
          <p:nvSpPr>
            <p:cNvPr id="75"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6"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7"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8"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79"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0"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1"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2"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3"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4"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5"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6"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7"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8"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9"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0"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91"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ln>
            <a:extLst>
              <a:ext uri="{909E8E84-426E-40DD-AFC4-6F175D3DCCD1}">
                <a14:hiddenFill xmlns:a14="http://schemas.microsoft.com/office/drawing/2010/main">
                  <a:solidFill>
                    <a:srgbClr val="FFFFFF"/>
                  </a:solidFill>
                </a14:hiddenFill>
              </a:ext>
            </a:extLst>
          </p:spPr>
        </p:sp>
        <p:sp>
          <p:nvSpPr>
            <p:cNvPr id="92"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3"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4"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5"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21" name="Group 20"/>
          <p:cNvGrpSpPr/>
          <p:nvPr/>
        </p:nvGrpSpPr>
        <p:grpSpPr>
          <a:xfrm>
            <a:off x="800144" y="1699589"/>
            <a:ext cx="3674476" cy="3470421"/>
            <a:chOff x="697883" y="1816768"/>
            <a:chExt cx="3674476" cy="3470421"/>
          </a:xfrm>
        </p:grpSpPr>
        <p:sp>
          <p:nvSpPr>
            <p:cNvPr id="22" name="Rectangle 21"/>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2"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3" name="Rectangle 32"/>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888631" y="2352026"/>
            <a:ext cx="3501197" cy="1223298"/>
          </a:xfrm>
        </p:spPr>
        <p:txBody>
          <a:bodyPr bIns="0" anchor="b">
            <a:noAutofit/>
          </a:bodyPr>
          <a:lstStyle>
            <a:lvl1pPr algn="ctr">
              <a:defRPr sz="3200">
                <a:solidFill>
                  <a:srgbClr val="FFFEFF"/>
                </a:solidFill>
              </a:defRPr>
            </a:lvl1pPr>
          </a:lstStyle>
          <a:p>
            <a:r>
              <a:rPr lang="en-US"/>
              <a:t>Click to edit Master title style</a:t>
            </a:r>
            <a:endParaRPr lang="en-US" dirty="0"/>
          </a:p>
        </p:txBody>
      </p:sp>
      <p:sp>
        <p:nvSpPr>
          <p:cNvPr id="3" name="Content Placeholder 2"/>
          <p:cNvSpPr>
            <a:spLocks noGrp="1"/>
          </p:cNvSpPr>
          <p:nvPr>
            <p:ph idx="1"/>
          </p:nvPr>
        </p:nvSpPr>
        <p:spPr>
          <a:xfrm>
            <a:off x="5109983" y="802809"/>
            <a:ext cx="6275035" cy="5249940"/>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88631" y="3580186"/>
            <a:ext cx="3501197" cy="1221164"/>
          </a:xfrm>
        </p:spPr>
        <p:txBody>
          <a:bodyPr/>
          <a:lstStyle>
            <a:lvl1pPr marL="0" indent="0" algn="ctr">
              <a:buNone/>
              <a:defRPr sz="1600">
                <a:solidFill>
                  <a:srgbClr val="FFFE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10/30/20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73" name="Group 72"/>
          <p:cNvGrpSpPr/>
          <p:nvPr/>
        </p:nvGrpSpPr>
        <p:grpSpPr>
          <a:xfrm>
            <a:off x="-329674" y="-59376"/>
            <a:ext cx="12515851" cy="6923798"/>
            <a:chOff x="-329674" y="-51881"/>
            <a:chExt cx="12515851" cy="6923798"/>
          </a:xfrm>
        </p:grpSpPr>
        <p:sp>
          <p:nvSpPr>
            <p:cNvPr id="81" name="Freeform 5"/>
            <p:cNvSpPr/>
            <p:nvPr/>
          </p:nvSpPr>
          <p:spPr bwMode="auto">
            <a:xfrm>
              <a:off x="-329674" y="1298404"/>
              <a:ext cx="9702800" cy="5573512"/>
            </a:xfrm>
            <a:custGeom>
              <a:avLst/>
              <a:gdLst/>
              <a:ahLst/>
              <a:cxnLst/>
              <a:rect l="0" t="0" r="r" b="b"/>
              <a:pathLst>
                <a:path w="2038" h="1169">
                  <a:moveTo>
                    <a:pt x="1752" y="1169"/>
                  </a:moveTo>
                  <a:cubicBezTo>
                    <a:pt x="2038" y="928"/>
                    <a:pt x="1673" y="513"/>
                    <a:pt x="1487" y="334"/>
                  </a:cubicBezTo>
                  <a:cubicBezTo>
                    <a:pt x="1316" y="170"/>
                    <a:pt x="1099" y="43"/>
                    <a:pt x="860" y="22"/>
                  </a:cubicBezTo>
                  <a:cubicBezTo>
                    <a:pt x="621" y="0"/>
                    <a:pt x="341" y="128"/>
                    <a:pt x="199" y="318"/>
                  </a:cubicBezTo>
                  <a:cubicBezTo>
                    <a:pt x="0" y="586"/>
                    <a:pt x="184" y="965"/>
                    <a:pt x="399" y="1165"/>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2" name="Freeform 6"/>
            <p:cNvSpPr/>
            <p:nvPr/>
          </p:nvSpPr>
          <p:spPr bwMode="auto">
            <a:xfrm>
              <a:off x="670451" y="2018236"/>
              <a:ext cx="7373938" cy="4848892"/>
            </a:xfrm>
            <a:custGeom>
              <a:avLst/>
              <a:gdLst/>
              <a:ahLst/>
              <a:cxnLst/>
              <a:rect l="0" t="0" r="r" b="b"/>
              <a:pathLst>
                <a:path w="1549" h="1017">
                  <a:moveTo>
                    <a:pt x="1025" y="1016"/>
                  </a:moveTo>
                  <a:cubicBezTo>
                    <a:pt x="1223" y="971"/>
                    <a:pt x="1549" y="857"/>
                    <a:pt x="1443" y="592"/>
                  </a:cubicBezTo>
                  <a:cubicBezTo>
                    <a:pt x="1344" y="344"/>
                    <a:pt x="1041" y="111"/>
                    <a:pt x="782" y="53"/>
                  </a:cubicBezTo>
                  <a:cubicBezTo>
                    <a:pt x="545" y="0"/>
                    <a:pt x="275" y="117"/>
                    <a:pt x="150" y="329"/>
                  </a:cubicBezTo>
                  <a:cubicBezTo>
                    <a:pt x="0" y="584"/>
                    <a:pt x="243" y="911"/>
                    <a:pt x="477" y="1017"/>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3" name="Freeform 7"/>
            <p:cNvSpPr/>
            <p:nvPr/>
          </p:nvSpPr>
          <p:spPr bwMode="auto">
            <a:xfrm>
              <a:off x="251351" y="1788400"/>
              <a:ext cx="8035925" cy="5083516"/>
            </a:xfrm>
            <a:custGeom>
              <a:avLst/>
              <a:gdLst/>
              <a:ahLst/>
              <a:cxnLst/>
              <a:rect l="0" t="0" r="r" b="b"/>
              <a:pathLst>
                <a:path w="1688" h="1066">
                  <a:moveTo>
                    <a:pt x="1302" y="1066"/>
                  </a:moveTo>
                  <a:cubicBezTo>
                    <a:pt x="1416" y="1024"/>
                    <a:pt x="1551" y="962"/>
                    <a:pt x="1613" y="850"/>
                  </a:cubicBezTo>
                  <a:cubicBezTo>
                    <a:pt x="1688" y="715"/>
                    <a:pt x="1606" y="575"/>
                    <a:pt x="1517" y="471"/>
                  </a:cubicBezTo>
                  <a:cubicBezTo>
                    <a:pt x="1336" y="258"/>
                    <a:pt x="1084" y="62"/>
                    <a:pt x="798" y="28"/>
                  </a:cubicBezTo>
                  <a:cubicBezTo>
                    <a:pt x="559" y="0"/>
                    <a:pt x="317" y="138"/>
                    <a:pt x="181" y="333"/>
                  </a:cubicBezTo>
                  <a:cubicBezTo>
                    <a:pt x="0" y="592"/>
                    <a:pt x="191" y="907"/>
                    <a:pt x="420" y="1066"/>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4" name="Freeform 8"/>
            <p:cNvSpPr/>
            <p:nvPr/>
          </p:nvSpPr>
          <p:spPr bwMode="auto">
            <a:xfrm>
              <a:off x="-1061" y="549842"/>
              <a:ext cx="10334625" cy="6322075"/>
            </a:xfrm>
            <a:custGeom>
              <a:avLst/>
              <a:gdLst/>
              <a:ahLst/>
              <a:cxnLst/>
              <a:rect l="0" t="0" r="r" b="b"/>
              <a:pathLst>
                <a:path w="2171" h="1326">
                  <a:moveTo>
                    <a:pt x="1873" y="1326"/>
                  </a:moveTo>
                  <a:cubicBezTo>
                    <a:pt x="2171" y="1045"/>
                    <a:pt x="1825" y="678"/>
                    <a:pt x="1609" y="473"/>
                  </a:cubicBezTo>
                  <a:cubicBezTo>
                    <a:pt x="1406" y="281"/>
                    <a:pt x="1159" y="116"/>
                    <a:pt x="880" y="63"/>
                  </a:cubicBezTo>
                  <a:cubicBezTo>
                    <a:pt x="545" y="0"/>
                    <a:pt x="214" y="161"/>
                    <a:pt x="0" y="42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5" name="Freeform 9"/>
            <p:cNvSpPr/>
            <p:nvPr/>
          </p:nvSpPr>
          <p:spPr bwMode="auto">
            <a:xfrm>
              <a:off x="3701" y="6186246"/>
              <a:ext cx="504825" cy="681527"/>
            </a:xfrm>
            <a:custGeom>
              <a:avLst/>
              <a:gdLst/>
              <a:ahLst/>
              <a:cxnLst/>
              <a:rect l="0" t="0" r="r" b="b"/>
              <a:pathLst>
                <a:path w="106" h="143">
                  <a:moveTo>
                    <a:pt x="0" y="0"/>
                  </a:moveTo>
                  <a:cubicBezTo>
                    <a:pt x="35" y="54"/>
                    <a:pt x="70" y="101"/>
                    <a:pt x="106" y="143"/>
                  </a:cubicBezTo>
                </a:path>
              </a:pathLst>
            </a:custGeom>
            <a:noFill/>
            <a:ln w="4763"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6" name="Freeform 10"/>
            <p:cNvSpPr/>
            <p:nvPr/>
          </p:nvSpPr>
          <p:spPr bwMode="auto">
            <a:xfrm>
              <a:off x="-1061" y="-51881"/>
              <a:ext cx="11091863" cy="6923796"/>
            </a:xfrm>
            <a:custGeom>
              <a:avLst/>
              <a:gdLst/>
              <a:ahLst/>
              <a:cxnLst/>
              <a:rect l="0" t="0" r="r" b="b"/>
              <a:pathLst>
                <a:path w="2330" h="1452">
                  <a:moveTo>
                    <a:pt x="2046" y="1452"/>
                  </a:moveTo>
                  <a:cubicBezTo>
                    <a:pt x="2330" y="1153"/>
                    <a:pt x="2049" y="821"/>
                    <a:pt x="1813" y="601"/>
                  </a:cubicBezTo>
                  <a:cubicBezTo>
                    <a:pt x="1569" y="375"/>
                    <a:pt x="1282" y="179"/>
                    <a:pt x="956" y="97"/>
                  </a:cubicBezTo>
                  <a:cubicBezTo>
                    <a:pt x="572" y="0"/>
                    <a:pt x="292" y="101"/>
                    <a:pt x="0" y="366"/>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7" name="Freeform 11"/>
            <p:cNvSpPr/>
            <p:nvPr/>
          </p:nvSpPr>
          <p:spPr bwMode="auto">
            <a:xfrm>
              <a:off x="5426601" y="5579"/>
              <a:ext cx="5788025" cy="6847184"/>
            </a:xfrm>
            <a:custGeom>
              <a:avLst/>
              <a:gdLst/>
              <a:ahLst/>
              <a:cxnLst/>
              <a:rect l="0" t="0" r="r" b="b"/>
              <a:pathLst>
                <a:path w="1216" h="1436">
                  <a:moveTo>
                    <a:pt x="1094" y="1436"/>
                  </a:moveTo>
                  <a:cubicBezTo>
                    <a:pt x="1216" y="1114"/>
                    <a:pt x="904" y="770"/>
                    <a:pt x="709" y="551"/>
                  </a:cubicBezTo>
                  <a:cubicBezTo>
                    <a:pt x="509" y="327"/>
                    <a:pt x="274" y="127"/>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8" name="Freeform 12"/>
            <p:cNvSpPr/>
            <p:nvPr/>
          </p:nvSpPr>
          <p:spPr bwMode="auto">
            <a:xfrm>
              <a:off x="-1061" y="5579"/>
              <a:ext cx="1057275" cy="614491"/>
            </a:xfrm>
            <a:custGeom>
              <a:avLst/>
              <a:gdLst/>
              <a:ahLst/>
              <a:cxnLst/>
              <a:rect l="0" t="0" r="r" b="b"/>
              <a:pathLst>
                <a:path w="222" h="129">
                  <a:moveTo>
                    <a:pt x="222" y="0"/>
                  </a:moveTo>
                  <a:cubicBezTo>
                    <a:pt x="152" y="35"/>
                    <a:pt x="76" y="78"/>
                    <a:pt x="0" y="12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9" name="Freeform 13"/>
            <p:cNvSpPr/>
            <p:nvPr/>
          </p:nvSpPr>
          <p:spPr bwMode="auto">
            <a:xfrm>
              <a:off x="5821889" y="5579"/>
              <a:ext cx="5588000" cy="6866337"/>
            </a:xfrm>
            <a:custGeom>
              <a:avLst/>
              <a:gdLst/>
              <a:ahLst/>
              <a:cxnLst/>
              <a:rect l="0" t="0" r="r" b="b"/>
              <a:pathLst>
                <a:path w="1174" h="1440">
                  <a:moveTo>
                    <a:pt x="1067" y="1440"/>
                  </a:moveTo>
                  <a:cubicBezTo>
                    <a:pt x="1174" y="1124"/>
                    <a:pt x="887" y="797"/>
                    <a:pt x="698" y="577"/>
                  </a:cubicBezTo>
                  <a:cubicBezTo>
                    <a:pt x="500" y="348"/>
                    <a:pt x="270" y="14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90" name="Freeform 14"/>
            <p:cNvSpPr/>
            <p:nvPr/>
          </p:nvSpPr>
          <p:spPr bwMode="auto">
            <a:xfrm>
              <a:off x="3701" y="790"/>
              <a:ext cx="595313" cy="352734"/>
            </a:xfrm>
            <a:custGeom>
              <a:avLst/>
              <a:gdLst/>
              <a:ahLst/>
              <a:cxnLst/>
              <a:rect l="0" t="0" r="r" b="b"/>
              <a:pathLst>
                <a:path w="125" h="74">
                  <a:moveTo>
                    <a:pt x="125" y="0"/>
                  </a:moveTo>
                  <a:cubicBezTo>
                    <a:pt x="85" y="22"/>
                    <a:pt x="43" y="47"/>
                    <a:pt x="0" y="74"/>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91" name="Freeform 15"/>
            <p:cNvSpPr/>
            <p:nvPr/>
          </p:nvSpPr>
          <p:spPr bwMode="auto">
            <a:xfrm>
              <a:off x="6012389" y="5579"/>
              <a:ext cx="5497513" cy="6866337"/>
            </a:xfrm>
            <a:custGeom>
              <a:avLst/>
              <a:gdLst/>
              <a:ahLst/>
              <a:cxnLst/>
              <a:rect l="0" t="0" r="r" b="b"/>
              <a:pathLst>
                <a:path w="1155" h="1440">
                  <a:moveTo>
                    <a:pt x="1056" y="1440"/>
                  </a:moveTo>
                  <a:cubicBezTo>
                    <a:pt x="1155" y="1123"/>
                    <a:pt x="875" y="801"/>
                    <a:pt x="686" y="580"/>
                  </a:cubicBezTo>
                  <a:cubicBezTo>
                    <a:pt x="491" y="352"/>
                    <a:pt x="264" y="145"/>
                    <a:pt x="0" y="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92" name="Freeform 16"/>
            <p:cNvSpPr/>
            <p:nvPr/>
          </p:nvSpPr>
          <p:spPr bwMode="auto">
            <a:xfrm>
              <a:off x="-1061" y="5579"/>
              <a:ext cx="357188" cy="213875"/>
            </a:xfrm>
            <a:custGeom>
              <a:avLst/>
              <a:gdLst/>
              <a:ahLst/>
              <a:cxnLst/>
              <a:rect l="0" t="0" r="r" b="b"/>
              <a:pathLst>
                <a:path w="75" h="45">
                  <a:moveTo>
                    <a:pt x="75" y="0"/>
                  </a:moveTo>
                  <a:cubicBezTo>
                    <a:pt x="50" y="14"/>
                    <a:pt x="25" y="29"/>
                    <a:pt x="0" y="45"/>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93" name="Freeform 17"/>
            <p:cNvSpPr/>
            <p:nvPr/>
          </p:nvSpPr>
          <p:spPr bwMode="auto">
            <a:xfrm>
              <a:off x="6210826" y="790"/>
              <a:ext cx="5522913" cy="6871126"/>
            </a:xfrm>
            <a:custGeom>
              <a:avLst/>
              <a:gdLst/>
              <a:ahLst/>
              <a:cxnLst/>
              <a:rect l="0" t="0" r="r" b="b"/>
              <a:pathLst>
                <a:path w="1160" h="1441">
                  <a:moveTo>
                    <a:pt x="1053" y="1441"/>
                  </a:moveTo>
                  <a:cubicBezTo>
                    <a:pt x="1160" y="1129"/>
                    <a:pt x="892" y="817"/>
                    <a:pt x="705" y="599"/>
                  </a:cubicBezTo>
                  <a:cubicBezTo>
                    <a:pt x="503" y="365"/>
                    <a:pt x="270" y="152"/>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4" name="Freeform 18"/>
            <p:cNvSpPr/>
            <p:nvPr/>
          </p:nvSpPr>
          <p:spPr bwMode="auto">
            <a:xfrm>
              <a:off x="6463239" y="5579"/>
              <a:ext cx="5413375" cy="6866337"/>
            </a:xfrm>
            <a:custGeom>
              <a:avLst/>
              <a:gdLst/>
              <a:ahLst/>
              <a:cxnLst/>
              <a:rect l="0" t="0" r="r" b="b"/>
              <a:pathLst>
                <a:path w="1137" h="1440">
                  <a:moveTo>
                    <a:pt x="1040" y="1440"/>
                  </a:moveTo>
                  <a:cubicBezTo>
                    <a:pt x="1137" y="1131"/>
                    <a:pt x="883" y="828"/>
                    <a:pt x="698" y="611"/>
                  </a:cubicBezTo>
                  <a:cubicBezTo>
                    <a:pt x="498" y="375"/>
                    <a:pt x="268" y="159"/>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5" name="Freeform 19"/>
            <p:cNvSpPr/>
            <p:nvPr/>
          </p:nvSpPr>
          <p:spPr bwMode="auto">
            <a:xfrm>
              <a:off x="6877576" y="5579"/>
              <a:ext cx="5037138" cy="6861550"/>
            </a:xfrm>
            <a:custGeom>
              <a:avLst/>
              <a:gdLst/>
              <a:ahLst/>
              <a:cxnLst/>
              <a:rect l="0" t="0" r="r" b="b"/>
              <a:pathLst>
                <a:path w="1058" h="1439">
                  <a:moveTo>
                    <a:pt x="1011" y="1439"/>
                  </a:moveTo>
                  <a:cubicBezTo>
                    <a:pt x="1058" y="1131"/>
                    <a:pt x="825" y="841"/>
                    <a:pt x="648" y="617"/>
                  </a:cubicBezTo>
                  <a:cubicBezTo>
                    <a:pt x="462" y="383"/>
                    <a:pt x="248" y="16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6" name="Freeform 20"/>
            <p:cNvSpPr/>
            <p:nvPr/>
          </p:nvSpPr>
          <p:spPr bwMode="auto">
            <a:xfrm>
              <a:off x="8768289" y="5579"/>
              <a:ext cx="3417888" cy="2742066"/>
            </a:xfrm>
            <a:custGeom>
              <a:avLst/>
              <a:gdLst/>
              <a:ahLst/>
              <a:cxnLst/>
              <a:rect l="0" t="0" r="r" b="b"/>
              <a:pathLst>
                <a:path w="718" h="575">
                  <a:moveTo>
                    <a:pt x="718" y="575"/>
                  </a:moveTo>
                  <a:cubicBezTo>
                    <a:pt x="500" y="360"/>
                    <a:pt x="260" y="163"/>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7" name="Freeform 21"/>
            <p:cNvSpPr/>
            <p:nvPr/>
          </p:nvSpPr>
          <p:spPr bwMode="auto">
            <a:xfrm>
              <a:off x="9235014" y="10367"/>
              <a:ext cx="2951163" cy="2555325"/>
            </a:xfrm>
            <a:custGeom>
              <a:avLst/>
              <a:gdLst/>
              <a:ahLst/>
              <a:cxnLst/>
              <a:rect l="0" t="0" r="r" b="b"/>
              <a:pathLst>
                <a:path w="620" h="536">
                  <a:moveTo>
                    <a:pt x="620" y="536"/>
                  </a:moveTo>
                  <a:cubicBezTo>
                    <a:pt x="404" y="314"/>
                    <a:pt x="196" y="13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8" name="Freeform 22"/>
            <p:cNvSpPr/>
            <p:nvPr/>
          </p:nvSpPr>
          <p:spPr bwMode="auto">
            <a:xfrm>
              <a:off x="10020826" y="5579"/>
              <a:ext cx="2165350" cy="1358265"/>
            </a:xfrm>
            <a:custGeom>
              <a:avLst/>
              <a:gdLst/>
              <a:ahLst/>
              <a:cxnLst/>
              <a:rect l="0" t="0" r="r" b="b"/>
              <a:pathLst>
                <a:path w="455" h="285">
                  <a:moveTo>
                    <a:pt x="0" y="0"/>
                  </a:moveTo>
                  <a:cubicBezTo>
                    <a:pt x="153" y="85"/>
                    <a:pt x="308" y="180"/>
                    <a:pt x="455" y="285"/>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99" name="Freeform 23"/>
            <p:cNvSpPr/>
            <p:nvPr/>
          </p:nvSpPr>
          <p:spPr bwMode="auto">
            <a:xfrm>
              <a:off x="11290826" y="5579"/>
              <a:ext cx="895350" cy="534687"/>
            </a:xfrm>
            <a:custGeom>
              <a:avLst/>
              <a:gdLst/>
              <a:ahLst/>
              <a:cxnLst/>
              <a:rect l="0" t="0" r="r" b="b"/>
              <a:pathLst>
                <a:path w="188" h="112">
                  <a:moveTo>
                    <a:pt x="0" y="0"/>
                  </a:moveTo>
                  <a:cubicBezTo>
                    <a:pt x="63" y="36"/>
                    <a:pt x="126" y="73"/>
                    <a:pt x="188" y="112"/>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76" name="Group 75"/>
          <p:cNvGrpSpPr/>
          <p:nvPr/>
        </p:nvGrpSpPr>
        <p:grpSpPr>
          <a:xfrm>
            <a:off x="805336" y="1698331"/>
            <a:ext cx="5941540" cy="3470421"/>
            <a:chOff x="805336" y="1698331"/>
            <a:chExt cx="5941540" cy="3470421"/>
          </a:xfrm>
        </p:grpSpPr>
        <p:sp>
          <p:nvSpPr>
            <p:cNvPr id="77" name="Rectangle 76"/>
            <p:cNvSpPr/>
            <p:nvPr/>
          </p:nvSpPr>
          <p:spPr>
            <a:xfrm>
              <a:off x="805336" y="1698331"/>
              <a:ext cx="5941540"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8" name="Isosceles Triangle 9"/>
            <p:cNvSpPr/>
            <p:nvPr/>
          </p:nvSpPr>
          <p:spPr>
            <a:xfrm rot="10800000">
              <a:off x="3618113" y="4896349"/>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9" name="Rectangle 78"/>
            <p:cNvSpPr/>
            <p:nvPr/>
          </p:nvSpPr>
          <p:spPr>
            <a:xfrm>
              <a:off x="805336" y="2274403"/>
              <a:ext cx="5941540"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3" name="Picture Placeholder 2"/>
          <p:cNvSpPr>
            <a:spLocks noGrp="1" noChangeAspect="1"/>
          </p:cNvSpPr>
          <p:nvPr>
            <p:ph type="pic" idx="1"/>
          </p:nvPr>
        </p:nvSpPr>
        <p:spPr>
          <a:xfrm>
            <a:off x="7543510" y="0"/>
            <a:ext cx="4648490" cy="6858000"/>
          </a:xfrm>
          <a:solidFill>
            <a:schemeClr val="bg1">
              <a:lumMod val="65000"/>
              <a:lumOff val="3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2" name="Title 1"/>
          <p:cNvSpPr>
            <a:spLocks noGrp="1"/>
          </p:cNvSpPr>
          <p:nvPr>
            <p:ph type="title"/>
          </p:nvPr>
        </p:nvSpPr>
        <p:spPr>
          <a:xfrm>
            <a:off x="885443" y="2360255"/>
            <a:ext cx="5776646" cy="1178032"/>
          </a:xfrm>
        </p:spPr>
        <p:txBody>
          <a:bodyPr bIns="0" anchor="b">
            <a:normAutofit/>
          </a:bodyPr>
          <a:lstStyle>
            <a:lvl1pPr>
              <a:defRPr sz="3600">
                <a:solidFill>
                  <a:srgbClr val="FFFEFF"/>
                </a:solidFill>
              </a:defRPr>
            </a:lvl1pPr>
          </a:lstStyle>
          <a:p>
            <a:r>
              <a:rPr lang="en-US"/>
              <a:t>Click to edit Master title style</a:t>
            </a:r>
            <a:endParaRPr lang="en-US" dirty="0"/>
          </a:p>
        </p:txBody>
      </p:sp>
      <p:sp>
        <p:nvSpPr>
          <p:cNvPr id="4" name="Text Placeholder 3"/>
          <p:cNvSpPr>
            <a:spLocks noGrp="1"/>
          </p:cNvSpPr>
          <p:nvPr>
            <p:ph type="body" sz="half" idx="2"/>
          </p:nvPr>
        </p:nvSpPr>
        <p:spPr>
          <a:xfrm>
            <a:off x="885443" y="3545012"/>
            <a:ext cx="5776646" cy="1274198"/>
          </a:xfrm>
        </p:spPr>
        <p:txBody>
          <a:bodyPr>
            <a:normAutofit/>
          </a:bodyPr>
          <a:lstStyle>
            <a:lvl1pPr marL="0" indent="0" algn="ctr">
              <a:buNone/>
              <a:defRPr sz="1800">
                <a:solidFill>
                  <a:srgbClr val="FFFE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04672" y="320040"/>
            <a:ext cx="3657600" cy="320040"/>
          </a:xfrm>
        </p:spPr>
        <p:txBody>
          <a:bodyPr/>
          <a:lstStyle/>
          <a:p>
            <a:fld id="{48A87A34-81AB-432B-8DAE-1953F412C126}" type="datetimeFigureOut">
              <a:rPr lang="en-US" dirty="0"/>
              <a:t>10/30/20</a:t>
            </a:fld>
            <a:endParaRPr lang="en-US" dirty="0"/>
          </a:p>
        </p:txBody>
      </p:sp>
      <p:sp>
        <p:nvSpPr>
          <p:cNvPr id="6" name="Footer Placeholder 5"/>
          <p:cNvSpPr>
            <a:spLocks noGrp="1"/>
          </p:cNvSpPr>
          <p:nvPr>
            <p:ph type="ftr" sz="quarter" idx="11"/>
          </p:nvPr>
        </p:nvSpPr>
        <p:spPr>
          <a:xfrm>
            <a:off x="804672" y="6227064"/>
            <a:ext cx="5942203" cy="320040"/>
          </a:xfrm>
        </p:spPr>
        <p:txBody>
          <a:bodyPr/>
          <a:lstStyle/>
          <a:p>
            <a:endParaRPr lang="en-US" dirty="0"/>
          </a:p>
        </p:txBody>
      </p:sp>
      <p:sp>
        <p:nvSpPr>
          <p:cNvPr id="7" name="Slide Number Placeholder 6"/>
          <p:cNvSpPr>
            <a:spLocks noGrp="1"/>
          </p:cNvSpPr>
          <p:nvPr>
            <p:ph type="sldNum" sz="quarter" idx="12"/>
          </p:nvPr>
        </p:nvSpPr>
        <p:spPr>
          <a:xfrm>
            <a:off x="5828377" y="320040"/>
            <a:ext cx="914400" cy="320040"/>
          </a:xfrm>
        </p:spPr>
        <p:txBody>
          <a:bodyPr/>
          <a:lstStyle/>
          <a:p>
            <a:fld id="{6D22F896-40B5-4ADD-8801-0D06FADFA095}"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grpSp>
        <p:nvGrpSpPr>
          <p:cNvPr id="75" name="Group 74"/>
          <p:cNvGrpSpPr/>
          <p:nvPr/>
        </p:nvGrpSpPr>
        <p:grpSpPr>
          <a:xfrm>
            <a:off x="-417513" y="0"/>
            <a:ext cx="12584114" cy="6853238"/>
            <a:chOff x="-417513" y="0"/>
            <a:chExt cx="12584114" cy="6853238"/>
          </a:xfrm>
        </p:grpSpPr>
        <p:sp>
          <p:nvSpPr>
            <p:cNvPr id="76"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7"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8"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9"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0"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1"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2"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3"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4"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5"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6"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7"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8"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9"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0"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1"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92"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ln>
            <a:extLst>
              <a:ext uri="{909E8E84-426E-40DD-AFC4-6F175D3DCCD1}">
                <a14:hiddenFill xmlns:a14="http://schemas.microsoft.com/office/drawing/2010/main">
                  <a:solidFill>
                    <a:srgbClr val="FFFFFF"/>
                  </a:solidFill>
                </a14:hiddenFill>
              </a:ext>
            </a:extLst>
          </p:spPr>
        </p:sp>
        <p:sp>
          <p:nvSpPr>
            <p:cNvPr id="93"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4"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5"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6"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22" name="Group 21"/>
          <p:cNvGrpSpPr/>
          <p:nvPr/>
        </p:nvGrpSpPr>
        <p:grpSpPr>
          <a:xfrm>
            <a:off x="800144" y="1699589"/>
            <a:ext cx="3674476" cy="3470421"/>
            <a:chOff x="697883" y="1816768"/>
            <a:chExt cx="3674476" cy="3470421"/>
          </a:xfrm>
        </p:grpSpPr>
        <p:sp>
          <p:nvSpPr>
            <p:cNvPr id="23" name="Rectangle 22"/>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4"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5" name="Rectangle 24"/>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888632" y="2349925"/>
            <a:ext cx="3501196" cy="2456441"/>
          </a:xfrm>
        </p:spPr>
        <p:txBody>
          <a:bodyPr/>
          <a:lstStyle>
            <a:lvl1pPr>
              <a:defRPr>
                <a:solidFill>
                  <a:srgbClr val="FFFE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109983" y="794719"/>
            <a:ext cx="6275035" cy="525709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10/30/20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grpSp>
        <p:nvGrpSpPr>
          <p:cNvPr id="75" name="Group 74"/>
          <p:cNvGrpSpPr/>
          <p:nvPr/>
        </p:nvGrpSpPr>
        <p:grpSpPr>
          <a:xfrm flipH="1">
            <a:off x="0" y="0"/>
            <a:ext cx="12584114" cy="6853238"/>
            <a:chOff x="-417513" y="0"/>
            <a:chExt cx="12584114" cy="6853238"/>
          </a:xfrm>
        </p:grpSpPr>
        <p:sp>
          <p:nvSpPr>
            <p:cNvPr id="76"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7"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8"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9"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0"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1"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2"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3"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4"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5"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6"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7"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8"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9"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0"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1"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92"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ln>
            <a:extLst>
              <a:ext uri="{909E8E84-426E-40DD-AFC4-6F175D3DCCD1}">
                <a14:hiddenFill xmlns:a14="http://schemas.microsoft.com/office/drawing/2010/main">
                  <a:solidFill>
                    <a:srgbClr val="FFFFFF"/>
                  </a:solidFill>
                </a14:hiddenFill>
              </a:ext>
            </a:extLst>
          </p:spPr>
        </p:sp>
        <p:sp>
          <p:nvSpPr>
            <p:cNvPr id="93"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4"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5"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6"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22" name="Group 21"/>
          <p:cNvGrpSpPr/>
          <p:nvPr/>
        </p:nvGrpSpPr>
        <p:grpSpPr>
          <a:xfrm>
            <a:off x="7718948" y="1699589"/>
            <a:ext cx="3674476" cy="3470421"/>
            <a:chOff x="697883" y="1816768"/>
            <a:chExt cx="3674476" cy="3470421"/>
          </a:xfrm>
        </p:grpSpPr>
        <p:sp>
          <p:nvSpPr>
            <p:cNvPr id="23" name="Rectangle 22"/>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4"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5" name="Rectangle 24"/>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Vertical Title 1"/>
          <p:cNvSpPr>
            <a:spLocks noGrp="1"/>
          </p:cNvSpPr>
          <p:nvPr>
            <p:ph type="title" orient="vert"/>
          </p:nvPr>
        </p:nvSpPr>
        <p:spPr>
          <a:xfrm>
            <a:off x="7807437" y="2349925"/>
            <a:ext cx="3501195" cy="2456442"/>
          </a:xfrm>
        </p:spPr>
        <p:txBody>
          <a:bodyPr vert="eaVert"/>
          <a:lstStyle>
            <a:lvl1pPr algn="l">
              <a:lnSpc>
                <a:spcPct val="80000"/>
              </a:lnSpc>
              <a:defRPr>
                <a:solidFill>
                  <a:srgbClr val="FFFE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802747" y="798444"/>
            <a:ext cx="6268622" cy="525730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04672" y="320040"/>
            <a:ext cx="3657600" cy="320040"/>
          </a:xfrm>
        </p:spPr>
        <p:txBody>
          <a:bodyPr/>
          <a:lstStyle/>
          <a:p>
            <a:fld id="{48A87A34-81AB-432B-8DAE-1953F412C126}" type="datetimeFigureOut">
              <a:rPr lang="en-US" dirty="0"/>
              <a:t>10/30/20</a:t>
            </a:fld>
            <a:endParaRPr lang="en-US" dirty="0"/>
          </a:p>
        </p:txBody>
      </p:sp>
      <p:sp>
        <p:nvSpPr>
          <p:cNvPr id="5" name="Footer Placeholder 4"/>
          <p:cNvSpPr>
            <a:spLocks noGrp="1"/>
          </p:cNvSpPr>
          <p:nvPr>
            <p:ph type="ftr" sz="quarter" idx="11"/>
          </p:nvPr>
        </p:nvSpPr>
        <p:spPr>
          <a:xfrm>
            <a:off x="804672" y="6227064"/>
            <a:ext cx="10588752" cy="320040"/>
          </a:xfrm>
        </p:spPr>
        <p:txBody>
          <a:bodyPr/>
          <a:lstStyle/>
          <a:p>
            <a:endParaRPr lang="en-US" dirty="0"/>
          </a:p>
        </p:txBody>
      </p:sp>
      <p:sp>
        <p:nvSpPr>
          <p:cNvPr id="6" name="Slide Number Placeholder 5"/>
          <p:cNvSpPr>
            <a:spLocks noGrp="1"/>
          </p:cNvSpPr>
          <p:nvPr>
            <p:ph type="sldNum" sz="quarter" idx="12"/>
          </p:nvPr>
        </p:nvSpPr>
        <p:spPr>
          <a:xfrm>
            <a:off x="10469880" y="320040"/>
            <a:ext cx="914400" cy="320040"/>
          </a:xfrm>
        </p:spPr>
        <p:txBody>
          <a:bodyPr/>
          <a:lstStyle/>
          <a:p>
            <a:fld id="{6D22F896-40B5-4ADD-8801-0D06FADFA095}"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91161" y="2358391"/>
            <a:ext cx="3498667" cy="2456485"/>
          </a:xfrm>
          <a:prstGeom prst="rect">
            <a:avLst/>
          </a:prstGeom>
        </p:spPr>
        <p:txBody>
          <a:bodyPr vert="horz" lIns="228600" tIns="228600" rIns="228600" bIns="22860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5434982" y="794719"/>
            <a:ext cx="5950036" cy="525709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04672" y="320040"/>
            <a:ext cx="3657600" cy="320040"/>
          </a:xfrm>
          <a:prstGeom prst="rect">
            <a:avLst/>
          </a:prstGeom>
        </p:spPr>
        <p:txBody>
          <a:bodyPr vert="horz" lIns="91440" tIns="45720" rIns="91440" bIns="45720" rtlCol="0" anchor="ctr"/>
          <a:lstStyle>
            <a:lvl1pPr algn="l">
              <a:defRPr sz="1000">
                <a:solidFill>
                  <a:schemeClr val="tx1">
                    <a:tint val="75000"/>
                  </a:schemeClr>
                </a:solidFill>
              </a:defRPr>
            </a:lvl1pPr>
          </a:lstStyle>
          <a:p>
            <a:fld id="{48A87A34-81AB-432B-8DAE-1953F412C126}" type="datetimeFigureOut">
              <a:rPr lang="en-US" dirty="0"/>
              <a:t>10/30/20</a:t>
            </a:fld>
            <a:endParaRPr lang="en-US" dirty="0"/>
          </a:p>
        </p:txBody>
      </p:sp>
      <p:sp>
        <p:nvSpPr>
          <p:cNvPr id="5" name="Footer Placeholder 4"/>
          <p:cNvSpPr>
            <a:spLocks noGrp="1"/>
          </p:cNvSpPr>
          <p:nvPr>
            <p:ph type="ftr" sz="quarter" idx="3"/>
          </p:nvPr>
        </p:nvSpPr>
        <p:spPr>
          <a:xfrm>
            <a:off x="804672" y="6227064"/>
            <a:ext cx="10588752" cy="320040"/>
          </a:xfrm>
          <a:prstGeom prst="rect">
            <a:avLst/>
          </a:prstGeom>
        </p:spPr>
        <p:txBody>
          <a:bodyPr vert="horz" lIns="91440" tIns="45720" rIns="91440" bIns="45720" rtlCol="0" anchor="ctr"/>
          <a:lstStyle>
            <a:lvl1pPr algn="r">
              <a:defRPr sz="10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469880" y="320040"/>
            <a:ext cx="914400" cy="320040"/>
          </a:xfrm>
          <a:prstGeom prst="rect">
            <a:avLst/>
          </a:prstGeom>
        </p:spPr>
        <p:txBody>
          <a:bodyPr vert="horz" lIns="91440" tIns="45720" rIns="91440" bIns="45720" rtlCol="0" anchor="ctr"/>
          <a:lstStyle>
            <a:lvl1pPr algn="r">
              <a:defRPr sz="1000">
                <a:solidFill>
                  <a:schemeClr val="tx1">
                    <a:tint val="75000"/>
                  </a:schemeClr>
                </a:solidFill>
              </a:defRPr>
            </a:lvl1pPr>
          </a:lstStyle>
          <a:p>
            <a:fld id="{6D22F896-40B5-4ADD-8801-0D06FADFA095}" type="slidenum">
              <a:rPr lang="en-US" dirty="0"/>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lnSpc>
          <a:spcPct val="85000"/>
        </a:lnSpc>
        <a:spcBef>
          <a:spcPct val="0"/>
        </a:spcBef>
        <a:buNone/>
        <a:defRPr sz="4000" b="0" i="0" kern="1200" cap="none" spc="-150">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10000"/>
        <a:buFont typeface="Wingdings" panose="05000000000000000000" pitchFamily="2" charset="2"/>
        <a:buChar char="§"/>
        <a:defRPr sz="18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600" kern="120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4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machinelearningplus.com/julia/logistic-regression-in-julia-practical-guide-with-examples/" TargetMode="External"/><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s://data-flair.training/blogs/pros-and-cons-of-r-programming-language/"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765724" y="1770704"/>
            <a:ext cx="8679915" cy="1748729"/>
          </a:xfrm>
        </p:spPr>
        <p:txBody>
          <a:bodyPr/>
          <a:lstStyle/>
          <a:p>
            <a:r>
              <a:rPr lang="en-US" dirty="0"/>
              <a:t>Homework 1 Presentation</a:t>
            </a:r>
          </a:p>
        </p:txBody>
      </p:sp>
      <p:sp>
        <p:nvSpPr>
          <p:cNvPr id="3" name="Subtitle 2"/>
          <p:cNvSpPr>
            <a:spLocks noGrp="1"/>
          </p:cNvSpPr>
          <p:nvPr>
            <p:ph type="subTitle" idx="1"/>
          </p:nvPr>
        </p:nvSpPr>
        <p:spPr>
          <a:xfrm>
            <a:off x="1772212" y="3729286"/>
            <a:ext cx="8673427" cy="1353992"/>
          </a:xfrm>
        </p:spPr>
        <p:txBody>
          <a:bodyPr>
            <a:normAutofit/>
          </a:bodyPr>
          <a:lstStyle/>
          <a:p>
            <a:r>
              <a:rPr lang="en-US" dirty="0"/>
              <a:t>						   Group: </a:t>
            </a:r>
            <a:r>
              <a:rPr lang="en-US" dirty="0" err="1"/>
              <a:t>Shiyu</a:t>
            </a:r>
            <a:r>
              <a:rPr lang="en-US" dirty="0"/>
              <a:t> FAN</a:t>
            </a:r>
          </a:p>
          <a:p>
            <a:r>
              <a:rPr lang="en-US" dirty="0"/>
              <a:t>							 </a:t>
            </a:r>
            <a:r>
              <a:rPr lang="en-US" dirty="0" err="1"/>
              <a:t>Runhai</a:t>
            </a:r>
            <a:r>
              <a:rPr lang="en-US" dirty="0"/>
              <a:t> XU</a:t>
            </a:r>
          </a:p>
          <a:p>
            <a:r>
              <a:rPr lang="en-US" dirty="0"/>
              <a:t>							         </a:t>
            </a:r>
            <a:r>
              <a:rPr lang="en-US" dirty="0" err="1"/>
              <a:t>Zhaohang</a:t>
            </a:r>
            <a:r>
              <a:rPr lang="en-US" dirty="0"/>
              <a:t> YAN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Dataset we use</a:t>
            </a:r>
          </a:p>
        </p:txBody>
      </p:sp>
      <p:sp>
        <p:nvSpPr>
          <p:cNvPr id="3" name="Content Placeholder 2"/>
          <p:cNvSpPr>
            <a:spLocks noGrp="1"/>
          </p:cNvSpPr>
          <p:nvPr>
            <p:ph idx="1"/>
          </p:nvPr>
        </p:nvSpPr>
        <p:spPr/>
        <p:txBody>
          <a:bodyPr/>
          <a:lstStyle/>
          <a:p>
            <a:r>
              <a:rPr lang="en-US" dirty="0"/>
              <a:t>As an undergraduate student, we are interested in how variables, such as GRE (Graduate Record Exam scores), GPA (grade point average) and prestige of the undergraduate institution, effect admission into graduate school. The response variable, admit/don’t admit, is a binary variable.</a:t>
            </a:r>
          </a:p>
          <a:p>
            <a:pPr marL="0" indent="0">
              <a:buNone/>
            </a:pPr>
            <a:endParaRPr lang="en-US" dirty="0"/>
          </a:p>
          <a:p>
            <a:r>
              <a:rPr lang="en-US" dirty="0"/>
              <a:t>In this dataset, there are 400 observations, we want to choose 75% as our training set,and the rest 25% as our testing set.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78799" y="1553513"/>
            <a:ext cx="3644040" cy="825894"/>
          </a:xfrm>
        </p:spPr>
        <p:txBody>
          <a:bodyPr>
            <a:normAutofit fontScale="90000"/>
          </a:bodyPr>
          <a:lstStyle/>
          <a:p>
            <a:r>
              <a:rPr lang="en-US" dirty="0"/>
              <a:t>Logistic Regression</a:t>
            </a:r>
          </a:p>
        </p:txBody>
      </p:sp>
      <p:sp>
        <p:nvSpPr>
          <p:cNvPr id="3" name="Content Placeholder 2"/>
          <p:cNvSpPr>
            <a:spLocks noGrp="1"/>
          </p:cNvSpPr>
          <p:nvPr>
            <p:ph idx="1"/>
          </p:nvPr>
        </p:nvSpPr>
        <p:spPr>
          <a:xfrm>
            <a:off x="5080755" y="106597"/>
            <a:ext cx="6281873" cy="974814"/>
          </a:xfrm>
        </p:spPr>
        <p:txBody>
          <a:bodyPr/>
          <a:lstStyle/>
          <a:p>
            <a:r>
              <a:rPr lang="en-US" dirty="0"/>
              <a:t>Used the “@time” tag in Julia to measure performance:</a:t>
            </a:r>
          </a:p>
          <a:p>
            <a:endParaRPr lang="en-US" dirty="0"/>
          </a:p>
        </p:txBody>
      </p:sp>
      <p:sp>
        <p:nvSpPr>
          <p:cNvPr id="6" name="Title 1"/>
          <p:cNvSpPr txBox="1"/>
          <p:nvPr/>
        </p:nvSpPr>
        <p:spPr>
          <a:xfrm>
            <a:off x="633259" y="2379407"/>
            <a:ext cx="4135120" cy="2567187"/>
          </a:xfrm>
          <a:prstGeom prst="rect">
            <a:avLst/>
          </a:prstGeom>
        </p:spPr>
        <p:txBody>
          <a:bodyPr vert="horz" lIns="228600" tIns="228600" rIns="228600" bIns="228600" rtlCol="0" anchor="ctr">
            <a:normAutofit fontScale="975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dirty="0"/>
              <a:t>Performance Comparison</a:t>
            </a:r>
          </a:p>
          <a:p>
            <a:r>
              <a:rPr lang="en-US" dirty="0"/>
              <a:t>(</a:t>
            </a:r>
            <a:r>
              <a:rPr lang="en-US" dirty="0" err="1"/>
              <a:t>w.r.t.</a:t>
            </a:r>
            <a:r>
              <a:rPr lang="en-US" dirty="0"/>
              <a:t> </a:t>
            </a:r>
          </a:p>
          <a:p>
            <a:r>
              <a:rPr lang="en-US" dirty="0"/>
              <a:t>Time and Space)</a:t>
            </a:r>
          </a:p>
        </p:txBody>
      </p:sp>
      <p:pic>
        <p:nvPicPr>
          <p:cNvPr id="4" name="Picture 3"/>
          <p:cNvPicPr>
            <a:picLocks noChangeAspect="1"/>
          </p:cNvPicPr>
          <p:nvPr/>
        </p:nvPicPr>
        <p:blipFill>
          <a:blip r:embed="rId2"/>
          <a:stretch>
            <a:fillRect/>
          </a:stretch>
        </p:blipFill>
        <p:spPr>
          <a:xfrm>
            <a:off x="5080755" y="595859"/>
            <a:ext cx="6357256" cy="1370601"/>
          </a:xfrm>
          <a:prstGeom prst="rect">
            <a:avLst/>
          </a:prstGeom>
        </p:spPr>
      </p:pic>
      <p:sp>
        <p:nvSpPr>
          <p:cNvPr id="7" name="Content Placeholder 2"/>
          <p:cNvSpPr txBox="1"/>
          <p:nvPr/>
        </p:nvSpPr>
        <p:spPr>
          <a:xfrm>
            <a:off x="5080755" y="2979502"/>
            <a:ext cx="6281873" cy="2324985"/>
          </a:xfrm>
          <a:prstGeom prst="rect">
            <a:avLst/>
          </a:prstGeom>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Clr>
                <a:schemeClr val="accent1"/>
              </a:buClr>
              <a:buSzPct val="110000"/>
              <a:buFont typeface="Wingdings" panose="05000000000000000000" pitchFamily="2" charset="2"/>
              <a:buChar char="§"/>
              <a:defRPr sz="18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600" kern="120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4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9pPr>
          </a:lstStyle>
          <a:p>
            <a:r>
              <a:rPr lang="en-US" dirty="0"/>
              <a:t>Used the “@time” tag in Julia to measure performance:</a:t>
            </a:r>
          </a:p>
          <a:p>
            <a:r>
              <a:rPr lang="en-US" dirty="0"/>
              <a:t>0.000406 seconds (479 allocations: 117.445 KiB) (per prediction)</a:t>
            </a:r>
          </a:p>
          <a:p>
            <a:r>
              <a:rPr lang="en-US" dirty="0"/>
              <a:t>6.229780 seconds (9.34 M allocations: 1.593 GiB, 10.32% </a:t>
            </a:r>
            <a:r>
              <a:rPr lang="en-US" dirty="0" err="1"/>
              <a:t>gc</a:t>
            </a:r>
            <a:r>
              <a:rPr lang="en-US" dirty="0"/>
              <a:t> time) (find the average accuracy of 10000 predictions)</a:t>
            </a:r>
          </a:p>
          <a:p>
            <a:endParaRPr lang="en-US" dirty="0"/>
          </a:p>
          <a:p>
            <a:pPr marL="0" indent="0">
              <a:buNone/>
            </a:pPr>
            <a:endParaRPr lang="en-US" dirty="0"/>
          </a:p>
          <a:p>
            <a:endParaRPr lang="en-US" dirty="0"/>
          </a:p>
          <a:p>
            <a:endParaRPr lang="en-US" dirty="0"/>
          </a:p>
        </p:txBody>
      </p:sp>
      <p:sp>
        <p:nvSpPr>
          <p:cNvPr id="8" name="TextBox 7"/>
          <p:cNvSpPr txBox="1"/>
          <p:nvPr/>
        </p:nvSpPr>
        <p:spPr>
          <a:xfrm>
            <a:off x="2183681" y="594004"/>
            <a:ext cx="1341839" cy="646331"/>
          </a:xfrm>
          <a:prstGeom prst="rect">
            <a:avLst/>
          </a:prstGeom>
          <a:noFill/>
        </p:spPr>
        <p:txBody>
          <a:bodyPr wrap="square" rtlCol="0">
            <a:spAutoFit/>
          </a:bodyPr>
          <a:lstStyle/>
          <a:p>
            <a:r>
              <a:rPr lang="en-US" sz="3600" dirty="0"/>
              <a:t>Julia</a:t>
            </a:r>
          </a:p>
        </p:txBody>
      </p:sp>
      <p:sp>
        <p:nvSpPr>
          <p:cNvPr id="9" name="Title 1">
            <a:extLst>
              <a:ext uri="{FF2B5EF4-FFF2-40B4-BE49-F238E27FC236}">
                <a16:creationId xmlns:a16="http://schemas.microsoft.com/office/drawing/2014/main" id="{8D742735-2D6C-D445-BC9D-E80723E2E09D}"/>
              </a:ext>
            </a:extLst>
          </p:cNvPr>
          <p:cNvSpPr txBox="1">
            <a:spLocks/>
          </p:cNvSpPr>
          <p:nvPr/>
        </p:nvSpPr>
        <p:spPr>
          <a:xfrm>
            <a:off x="878799" y="5304487"/>
            <a:ext cx="3644040" cy="825894"/>
          </a:xfrm>
          <a:prstGeom prst="rect">
            <a:avLst/>
          </a:prstGeom>
        </p:spPr>
        <p:txBody>
          <a:bodyPr vert="horz" lIns="228600" tIns="228600" rIns="228600" bIns="228600" rtlCol="0" anchor="ctr">
            <a:normAutofit fontScale="82500" lnSpcReduction="200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dirty="0">
                <a:solidFill>
                  <a:schemeClr val="accent1"/>
                </a:solidFill>
              </a:rPr>
              <a:t>Random Forest</a:t>
            </a:r>
          </a:p>
        </p:txBody>
      </p:sp>
      <p:pic>
        <p:nvPicPr>
          <p:cNvPr id="5" name="Picture 4">
            <a:extLst>
              <a:ext uri="{FF2B5EF4-FFF2-40B4-BE49-F238E27FC236}">
                <a16:creationId xmlns:a16="http://schemas.microsoft.com/office/drawing/2014/main" id="{6B3F4010-90C4-C640-80DA-8CF986B29FF2}"/>
              </a:ext>
            </a:extLst>
          </p:cNvPr>
          <p:cNvPicPr>
            <a:picLocks noChangeAspect="1"/>
          </p:cNvPicPr>
          <p:nvPr/>
        </p:nvPicPr>
        <p:blipFill>
          <a:blip r:embed="rId3"/>
          <a:stretch>
            <a:fillRect/>
          </a:stretch>
        </p:blipFill>
        <p:spPr>
          <a:xfrm>
            <a:off x="5800409" y="4598408"/>
            <a:ext cx="4842563" cy="1119026"/>
          </a:xfrm>
          <a:prstGeom prst="rect">
            <a:avLst/>
          </a:prstGeom>
        </p:spPr>
      </p:pic>
      <p:pic>
        <p:nvPicPr>
          <p:cNvPr id="10" name="Picture 9">
            <a:extLst>
              <a:ext uri="{FF2B5EF4-FFF2-40B4-BE49-F238E27FC236}">
                <a16:creationId xmlns:a16="http://schemas.microsoft.com/office/drawing/2014/main" id="{8F4A92D7-F052-AA48-86B1-4A1C58C4ACD3}"/>
              </a:ext>
            </a:extLst>
          </p:cNvPr>
          <p:cNvPicPr>
            <a:picLocks noChangeAspect="1"/>
          </p:cNvPicPr>
          <p:nvPr/>
        </p:nvPicPr>
        <p:blipFill>
          <a:blip r:embed="rId4"/>
          <a:stretch>
            <a:fillRect/>
          </a:stretch>
        </p:blipFill>
        <p:spPr>
          <a:xfrm>
            <a:off x="5725733" y="5927181"/>
            <a:ext cx="5067300" cy="4064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78799" y="1553513"/>
            <a:ext cx="3644040" cy="825894"/>
          </a:xfrm>
        </p:spPr>
        <p:txBody>
          <a:bodyPr>
            <a:normAutofit fontScale="90000"/>
          </a:bodyPr>
          <a:lstStyle/>
          <a:p>
            <a:r>
              <a:rPr lang="en-US" dirty="0"/>
              <a:t>Logistic Regression</a:t>
            </a:r>
          </a:p>
        </p:txBody>
      </p:sp>
      <p:sp>
        <p:nvSpPr>
          <p:cNvPr id="3" name="Content Placeholder 2"/>
          <p:cNvSpPr>
            <a:spLocks noGrp="1"/>
          </p:cNvSpPr>
          <p:nvPr>
            <p:ph idx="1"/>
          </p:nvPr>
        </p:nvSpPr>
        <p:spPr/>
        <p:txBody>
          <a:bodyPr/>
          <a:lstStyle/>
          <a:p>
            <a:r>
              <a:rPr lang="en-US" dirty="0"/>
              <a:t>The average accuracy (10000 predictions) of the logistic regression model in our Julia implementation is 70%</a:t>
            </a:r>
          </a:p>
          <a:p>
            <a:endParaRPr lang="en-US" dirty="0"/>
          </a:p>
          <a:p>
            <a:r>
              <a:rPr lang="en-US" dirty="0"/>
              <a:t>The average accuracy of the random forest model in our Julia implementation is 63%</a:t>
            </a:r>
          </a:p>
        </p:txBody>
      </p:sp>
      <p:sp>
        <p:nvSpPr>
          <p:cNvPr id="6" name="Title 1"/>
          <p:cNvSpPr txBox="1"/>
          <p:nvPr/>
        </p:nvSpPr>
        <p:spPr>
          <a:xfrm>
            <a:off x="878798" y="2340093"/>
            <a:ext cx="3555549" cy="2467881"/>
          </a:xfrm>
          <a:prstGeom prst="rect">
            <a:avLst/>
          </a:prstGeom>
        </p:spPr>
        <p:txBody>
          <a:bodyPr vert="horz" lIns="228600" tIns="228600" rIns="228600" bIns="228600" rtlCol="0" anchor="ctr">
            <a:normAutofit fontScale="975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dirty="0"/>
              <a:t>Performance Comparison</a:t>
            </a:r>
          </a:p>
          <a:p>
            <a:r>
              <a:rPr lang="en-US" dirty="0"/>
              <a:t>(</a:t>
            </a:r>
            <a:r>
              <a:rPr lang="en-US" dirty="0" err="1"/>
              <a:t>w.r.t.</a:t>
            </a:r>
            <a:r>
              <a:rPr lang="en-US" dirty="0"/>
              <a:t> Accuracy)</a:t>
            </a:r>
          </a:p>
        </p:txBody>
      </p:sp>
      <p:sp>
        <p:nvSpPr>
          <p:cNvPr id="5" name="TextBox 4"/>
          <p:cNvSpPr txBox="1"/>
          <p:nvPr/>
        </p:nvSpPr>
        <p:spPr>
          <a:xfrm>
            <a:off x="2183681" y="594004"/>
            <a:ext cx="1341839" cy="646331"/>
          </a:xfrm>
          <a:prstGeom prst="rect">
            <a:avLst/>
          </a:prstGeom>
          <a:noFill/>
        </p:spPr>
        <p:txBody>
          <a:bodyPr wrap="square" rtlCol="0">
            <a:spAutoFit/>
          </a:bodyPr>
          <a:lstStyle/>
          <a:p>
            <a:r>
              <a:rPr lang="en-US" sz="3600" dirty="0"/>
              <a:t>Julia</a:t>
            </a:r>
          </a:p>
        </p:txBody>
      </p:sp>
      <p:sp>
        <p:nvSpPr>
          <p:cNvPr id="7" name="Title 1">
            <a:extLst>
              <a:ext uri="{FF2B5EF4-FFF2-40B4-BE49-F238E27FC236}">
                <a16:creationId xmlns:a16="http://schemas.microsoft.com/office/drawing/2014/main" id="{1A82D7F8-1D42-FB4E-AC8A-4ED4868E59CD}"/>
              </a:ext>
            </a:extLst>
          </p:cNvPr>
          <p:cNvSpPr txBox="1">
            <a:spLocks/>
          </p:cNvSpPr>
          <p:nvPr/>
        </p:nvSpPr>
        <p:spPr>
          <a:xfrm>
            <a:off x="878799" y="5304487"/>
            <a:ext cx="3644040" cy="825894"/>
          </a:xfrm>
          <a:prstGeom prst="rect">
            <a:avLst/>
          </a:prstGeom>
        </p:spPr>
        <p:txBody>
          <a:bodyPr vert="horz" lIns="228600" tIns="228600" rIns="228600" bIns="228600" rtlCol="0" anchor="ctr">
            <a:normAutofit fontScale="82500" lnSpcReduction="200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dirty="0">
                <a:solidFill>
                  <a:schemeClr val="accent1"/>
                </a:solidFill>
              </a:rPr>
              <a:t>Random Forest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7" name="Rectangle 38"/>
          <p:cNvSpPr>
            <a:spLocks noGrp="1" noRot="1" noChangeAspect="1" noMove="1" noResize="1" noEditPoints="1" noAdjustHandles="1" noChangeArrowheads="1" noChangeShapeType="1" noTextEdit="1"/>
          </p:cNvSpPr>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0" name="Group 40"/>
          <p:cNvGrpSpPr>
            <a:grpSpLocks noGrp="1" noUngrp="1" noRot="1" noChangeAspect="1" noMove="1" noResize="1"/>
          </p:cNvGrpSpPr>
          <p:nvPr/>
        </p:nvGrpSpPr>
        <p:grpSpPr>
          <a:xfrm>
            <a:off x="-417513" y="0"/>
            <a:ext cx="12584114" cy="6853238"/>
            <a:chOff x="-417513" y="0"/>
            <a:chExt cx="12584114" cy="6853238"/>
          </a:xfrm>
        </p:grpSpPr>
        <p:sp>
          <p:nvSpPr>
            <p:cNvPr id="91" name="Freeform 5"/>
            <p:cNvSpPr/>
            <p:nvPr/>
          </p:nvSpPr>
          <p:spPr bwMode="auto">
            <a:xfrm>
              <a:off x="1306513" y="0"/>
              <a:ext cx="3862388" cy="6843713"/>
            </a:xfrm>
            <a:custGeom>
              <a:avLst/>
              <a:gdLst>
                <a:gd name="T0" fmla="*/ 813 w 813"/>
                <a:gd name="T1" fmla="*/ 0 h 1440"/>
                <a:gd name="T2" fmla="*/ 435 w 813"/>
                <a:gd name="T3" fmla="*/ 1440 h 1440"/>
              </a:gdLst>
              <a:ahLst/>
              <a:cxnLst>
                <a:cxn ang="0">
                  <a:pos x="T0" y="T1"/>
                </a:cxn>
                <a:cxn ang="0">
                  <a:pos x="T2" y="T3"/>
                </a:cxn>
              </a:cxnLst>
              <a:rect l="0" t="0" r="r" b="b"/>
              <a:pathLst>
                <a:path w="813" h="1440">
                  <a:moveTo>
                    <a:pt x="813" y="0"/>
                  </a:moveTo>
                  <a:cubicBezTo>
                    <a:pt x="331" y="221"/>
                    <a:pt x="0" y="1039"/>
                    <a:pt x="435" y="144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92" name="Freeform 6"/>
            <p:cNvSpPr/>
            <p:nvPr/>
          </p:nvSpPr>
          <p:spPr bwMode="auto">
            <a:xfrm>
              <a:off x="10626725" y="9525"/>
              <a:ext cx="1539875" cy="555625"/>
            </a:xfrm>
            <a:custGeom>
              <a:avLst/>
              <a:gdLst>
                <a:gd name="T0" fmla="*/ 324 w 324"/>
                <a:gd name="T1" fmla="*/ 117 h 117"/>
                <a:gd name="T2" fmla="*/ 0 w 324"/>
                <a:gd name="T3" fmla="*/ 0 h 117"/>
              </a:gdLst>
              <a:ahLst/>
              <a:cxnLst>
                <a:cxn ang="0">
                  <a:pos x="T0" y="T1"/>
                </a:cxn>
                <a:cxn ang="0">
                  <a:pos x="T2" y="T3"/>
                </a:cxn>
              </a:cxnLst>
              <a:rect l="0" t="0" r="r" b="b"/>
              <a:pathLst>
                <a:path w="324" h="117">
                  <a:moveTo>
                    <a:pt x="324" y="117"/>
                  </a:moveTo>
                  <a:cubicBezTo>
                    <a:pt x="223" y="64"/>
                    <a:pt x="107" y="28"/>
                    <a:pt x="0" y="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93" name="Freeform 7"/>
            <p:cNvSpPr/>
            <p:nvPr/>
          </p:nvSpPr>
          <p:spPr bwMode="auto">
            <a:xfrm>
              <a:off x="10247313" y="5013325"/>
              <a:ext cx="1919288" cy="1830388"/>
            </a:xfrm>
            <a:custGeom>
              <a:avLst/>
              <a:gdLst>
                <a:gd name="T0" fmla="*/ 0 w 404"/>
                <a:gd name="T1" fmla="*/ 385 h 385"/>
                <a:gd name="T2" fmla="*/ 404 w 404"/>
                <a:gd name="T3" fmla="*/ 0 h 385"/>
              </a:gdLst>
              <a:ahLst/>
              <a:cxnLst>
                <a:cxn ang="0">
                  <a:pos x="T0" y="T1"/>
                </a:cxn>
                <a:cxn ang="0">
                  <a:pos x="T2" y="T3"/>
                </a:cxn>
              </a:cxnLst>
              <a:rect l="0" t="0" r="r" b="b"/>
              <a:pathLst>
                <a:path w="404" h="385">
                  <a:moveTo>
                    <a:pt x="0" y="385"/>
                  </a:moveTo>
                  <a:cubicBezTo>
                    <a:pt x="146" y="272"/>
                    <a:pt x="285" y="142"/>
                    <a:pt x="404" y="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94" name="Freeform 8"/>
            <p:cNvSpPr/>
            <p:nvPr/>
          </p:nvSpPr>
          <p:spPr bwMode="auto">
            <a:xfrm>
              <a:off x="1120775" y="0"/>
              <a:ext cx="3676650" cy="6843713"/>
            </a:xfrm>
            <a:custGeom>
              <a:avLst/>
              <a:gdLst>
                <a:gd name="T0" fmla="*/ 774 w 774"/>
                <a:gd name="T1" fmla="*/ 0 h 1440"/>
                <a:gd name="T2" fmla="*/ 411 w 774"/>
                <a:gd name="T3" fmla="*/ 1440 h 1440"/>
              </a:gdLst>
              <a:ahLst/>
              <a:cxnLst>
                <a:cxn ang="0">
                  <a:pos x="T0" y="T1"/>
                </a:cxn>
                <a:cxn ang="0">
                  <a:pos x="T2" y="T3"/>
                </a:cxn>
              </a:cxnLst>
              <a:rect l="0" t="0" r="r" b="b"/>
              <a:pathLst>
                <a:path w="774" h="1440">
                  <a:moveTo>
                    <a:pt x="774" y="0"/>
                  </a:moveTo>
                  <a:cubicBezTo>
                    <a:pt x="312" y="240"/>
                    <a:pt x="0" y="1034"/>
                    <a:pt x="411" y="1440"/>
                  </a:cubicBezTo>
                </a:path>
              </a:pathLst>
            </a:custGeom>
            <a:noFill/>
            <a:ln w="9525" cap="flat">
              <a:solidFill>
                <a:schemeClr val="tx1">
                  <a:alpha val="10000"/>
                </a:schemeClr>
              </a:solidFill>
              <a:prstDash val="dash"/>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95" name="Freeform 9"/>
            <p:cNvSpPr/>
            <p:nvPr/>
          </p:nvSpPr>
          <p:spPr bwMode="auto">
            <a:xfrm>
              <a:off x="11202988" y="9525"/>
              <a:ext cx="963613" cy="366713"/>
            </a:xfrm>
            <a:custGeom>
              <a:avLst/>
              <a:gdLst>
                <a:gd name="T0" fmla="*/ 203 w 203"/>
                <a:gd name="T1" fmla="*/ 77 h 77"/>
                <a:gd name="T2" fmla="*/ 0 w 203"/>
                <a:gd name="T3" fmla="*/ 0 h 77"/>
              </a:gdLst>
              <a:ahLst/>
              <a:cxnLst>
                <a:cxn ang="0">
                  <a:pos x="T0" y="T1"/>
                </a:cxn>
                <a:cxn ang="0">
                  <a:pos x="T2" y="T3"/>
                </a:cxn>
              </a:cxnLst>
              <a:rect l="0" t="0" r="r" b="b"/>
              <a:pathLst>
                <a:path w="203" h="77">
                  <a:moveTo>
                    <a:pt x="203" y="77"/>
                  </a:moveTo>
                  <a:cubicBezTo>
                    <a:pt x="138" y="46"/>
                    <a:pt x="68" y="21"/>
                    <a:pt x="0" y="0"/>
                  </a:cubicBezTo>
                </a:path>
              </a:pathLst>
            </a:custGeom>
            <a:noFill/>
            <a:ln w="9525" cap="flat">
              <a:solidFill>
                <a:schemeClr val="tx1">
                  <a:alpha val="10000"/>
                </a:schemeClr>
              </a:solidFill>
              <a:prstDash val="dash"/>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96" name="Freeform 10"/>
            <p:cNvSpPr/>
            <p:nvPr/>
          </p:nvSpPr>
          <p:spPr bwMode="auto">
            <a:xfrm>
              <a:off x="10494963" y="5275263"/>
              <a:ext cx="1666875" cy="1577975"/>
            </a:xfrm>
            <a:custGeom>
              <a:avLst/>
              <a:gdLst>
                <a:gd name="T0" fmla="*/ 0 w 351"/>
                <a:gd name="T1" fmla="*/ 332 h 332"/>
                <a:gd name="T2" fmla="*/ 351 w 351"/>
                <a:gd name="T3" fmla="*/ 0 h 332"/>
              </a:gdLst>
              <a:ahLst/>
              <a:cxnLst>
                <a:cxn ang="0">
                  <a:pos x="T0" y="T1"/>
                </a:cxn>
                <a:cxn ang="0">
                  <a:pos x="T2" y="T3"/>
                </a:cxn>
              </a:cxnLst>
              <a:rect l="0" t="0" r="r" b="b"/>
              <a:pathLst>
                <a:path w="351" h="332">
                  <a:moveTo>
                    <a:pt x="0" y="332"/>
                  </a:moveTo>
                  <a:cubicBezTo>
                    <a:pt x="125" y="232"/>
                    <a:pt x="245" y="121"/>
                    <a:pt x="351" y="0"/>
                  </a:cubicBezTo>
                </a:path>
              </a:pathLst>
            </a:custGeom>
            <a:noFill/>
            <a:ln w="9525" cap="flat">
              <a:solidFill>
                <a:schemeClr val="tx1">
                  <a:alpha val="10000"/>
                </a:schemeClr>
              </a:solidFill>
              <a:prstDash val="dash"/>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97" name="Freeform 11"/>
            <p:cNvSpPr/>
            <p:nvPr/>
          </p:nvSpPr>
          <p:spPr bwMode="auto">
            <a:xfrm>
              <a:off x="1001713" y="0"/>
              <a:ext cx="3621088" cy="6843713"/>
            </a:xfrm>
            <a:custGeom>
              <a:avLst/>
              <a:gdLst>
                <a:gd name="T0" fmla="*/ 762 w 762"/>
                <a:gd name="T1" fmla="*/ 0 h 1440"/>
                <a:gd name="T2" fmla="*/ 403 w 762"/>
                <a:gd name="T3" fmla="*/ 1440 h 1440"/>
              </a:gdLst>
              <a:ahLst/>
              <a:cxnLst>
                <a:cxn ang="0">
                  <a:pos x="T0" y="T1"/>
                </a:cxn>
                <a:cxn ang="0">
                  <a:pos x="T2" y="T3"/>
                </a:cxn>
              </a:cxnLst>
              <a:rect l="0" t="0" r="r" b="b"/>
              <a:pathLst>
                <a:path w="762" h="1440">
                  <a:moveTo>
                    <a:pt x="762" y="0"/>
                  </a:moveTo>
                  <a:cubicBezTo>
                    <a:pt x="308" y="245"/>
                    <a:pt x="0" y="1033"/>
                    <a:pt x="403" y="144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98" name="Freeform 12"/>
            <p:cNvSpPr/>
            <p:nvPr/>
          </p:nvSpPr>
          <p:spPr bwMode="auto">
            <a:xfrm>
              <a:off x="11501438" y="9525"/>
              <a:ext cx="665163" cy="257175"/>
            </a:xfrm>
            <a:custGeom>
              <a:avLst/>
              <a:gdLst>
                <a:gd name="T0" fmla="*/ 140 w 140"/>
                <a:gd name="T1" fmla="*/ 54 h 54"/>
                <a:gd name="T2" fmla="*/ 0 w 140"/>
                <a:gd name="T3" fmla="*/ 0 h 54"/>
              </a:gdLst>
              <a:ahLst/>
              <a:cxnLst>
                <a:cxn ang="0">
                  <a:pos x="T0" y="T1"/>
                </a:cxn>
                <a:cxn ang="0">
                  <a:pos x="T2" y="T3"/>
                </a:cxn>
              </a:cxnLst>
              <a:rect l="0" t="0" r="r" b="b"/>
              <a:pathLst>
                <a:path w="140" h="54">
                  <a:moveTo>
                    <a:pt x="140" y="54"/>
                  </a:moveTo>
                  <a:cubicBezTo>
                    <a:pt x="95" y="34"/>
                    <a:pt x="48" y="16"/>
                    <a:pt x="0" y="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99" name="Freeform 13"/>
            <p:cNvSpPr/>
            <p:nvPr/>
          </p:nvSpPr>
          <p:spPr bwMode="auto">
            <a:xfrm>
              <a:off x="10641013" y="5408613"/>
              <a:ext cx="1525588" cy="1435100"/>
            </a:xfrm>
            <a:custGeom>
              <a:avLst/>
              <a:gdLst>
                <a:gd name="T0" fmla="*/ 0 w 321"/>
                <a:gd name="T1" fmla="*/ 302 h 302"/>
                <a:gd name="T2" fmla="*/ 321 w 321"/>
                <a:gd name="T3" fmla="*/ 0 h 302"/>
              </a:gdLst>
              <a:ahLst/>
              <a:cxnLst>
                <a:cxn ang="0">
                  <a:pos x="T0" y="T1"/>
                </a:cxn>
                <a:cxn ang="0">
                  <a:pos x="T2" y="T3"/>
                </a:cxn>
              </a:cxnLst>
              <a:rect l="0" t="0" r="r" b="b"/>
              <a:pathLst>
                <a:path w="321" h="302">
                  <a:moveTo>
                    <a:pt x="0" y="302"/>
                  </a:moveTo>
                  <a:cubicBezTo>
                    <a:pt x="114" y="210"/>
                    <a:pt x="223" y="109"/>
                    <a:pt x="321" y="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0" name="Freeform 14"/>
            <p:cNvSpPr/>
            <p:nvPr/>
          </p:nvSpPr>
          <p:spPr bwMode="auto">
            <a:xfrm>
              <a:off x="1001713" y="0"/>
              <a:ext cx="3244850" cy="6843713"/>
            </a:xfrm>
            <a:custGeom>
              <a:avLst/>
              <a:gdLst>
                <a:gd name="T0" fmla="*/ 683 w 683"/>
                <a:gd name="T1" fmla="*/ 0 h 1440"/>
                <a:gd name="T2" fmla="*/ 355 w 683"/>
                <a:gd name="T3" fmla="*/ 1440 h 1440"/>
              </a:gdLst>
              <a:ahLst/>
              <a:cxnLst>
                <a:cxn ang="0">
                  <a:pos x="T0" y="T1"/>
                </a:cxn>
                <a:cxn ang="0">
                  <a:pos x="T2" y="T3"/>
                </a:cxn>
              </a:cxnLst>
              <a:rect l="0" t="0" r="r" b="b"/>
              <a:pathLst>
                <a:path w="683" h="1440">
                  <a:moveTo>
                    <a:pt x="683" y="0"/>
                  </a:moveTo>
                  <a:cubicBezTo>
                    <a:pt x="258" y="256"/>
                    <a:pt x="0" y="1041"/>
                    <a:pt x="355" y="144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1" name="Freeform 15"/>
            <p:cNvSpPr/>
            <p:nvPr/>
          </p:nvSpPr>
          <p:spPr bwMode="auto">
            <a:xfrm>
              <a:off x="10802938" y="5518150"/>
              <a:ext cx="1363663" cy="1325563"/>
            </a:xfrm>
            <a:custGeom>
              <a:avLst/>
              <a:gdLst>
                <a:gd name="T0" fmla="*/ 0 w 287"/>
                <a:gd name="T1" fmla="*/ 279 h 279"/>
                <a:gd name="T2" fmla="*/ 287 w 287"/>
                <a:gd name="T3" fmla="*/ 0 h 279"/>
              </a:gdLst>
              <a:ahLst/>
              <a:cxnLst>
                <a:cxn ang="0">
                  <a:pos x="T0" y="T1"/>
                </a:cxn>
                <a:cxn ang="0">
                  <a:pos x="T2" y="T3"/>
                </a:cxn>
              </a:cxnLst>
              <a:rect l="0" t="0" r="r" b="b"/>
              <a:pathLst>
                <a:path w="287" h="279">
                  <a:moveTo>
                    <a:pt x="0" y="279"/>
                  </a:moveTo>
                  <a:cubicBezTo>
                    <a:pt x="101" y="193"/>
                    <a:pt x="198" y="100"/>
                    <a:pt x="287" y="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2" name="Freeform 16"/>
            <p:cNvSpPr/>
            <p:nvPr/>
          </p:nvSpPr>
          <p:spPr bwMode="auto">
            <a:xfrm>
              <a:off x="889000" y="0"/>
              <a:ext cx="3230563" cy="6843713"/>
            </a:xfrm>
            <a:custGeom>
              <a:avLst/>
              <a:gdLst>
                <a:gd name="T0" fmla="*/ 680 w 680"/>
                <a:gd name="T1" fmla="*/ 0 h 1440"/>
                <a:gd name="T2" fmla="*/ 337 w 680"/>
                <a:gd name="T3" fmla="*/ 1440 h 1440"/>
              </a:gdLst>
              <a:ahLst/>
              <a:cxnLst>
                <a:cxn ang="0">
                  <a:pos x="T0" y="T1"/>
                </a:cxn>
                <a:cxn ang="0">
                  <a:pos x="T2" y="T3"/>
                </a:cxn>
              </a:cxnLst>
              <a:rect l="0" t="0" r="r" b="b"/>
              <a:pathLst>
                <a:path w="680" h="1440">
                  <a:moveTo>
                    <a:pt x="680" y="0"/>
                  </a:moveTo>
                  <a:cubicBezTo>
                    <a:pt x="257" y="265"/>
                    <a:pt x="0" y="1026"/>
                    <a:pt x="337" y="144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3" name="Freeform 17"/>
            <p:cNvSpPr/>
            <p:nvPr/>
          </p:nvSpPr>
          <p:spPr bwMode="auto">
            <a:xfrm>
              <a:off x="10979150" y="5694363"/>
              <a:ext cx="1187450" cy="1149350"/>
            </a:xfrm>
            <a:custGeom>
              <a:avLst/>
              <a:gdLst>
                <a:gd name="T0" fmla="*/ 0 w 250"/>
                <a:gd name="T1" fmla="*/ 242 h 242"/>
                <a:gd name="T2" fmla="*/ 250 w 250"/>
                <a:gd name="T3" fmla="*/ 0 h 242"/>
              </a:gdLst>
              <a:ahLst/>
              <a:cxnLst>
                <a:cxn ang="0">
                  <a:pos x="T0" y="T1"/>
                </a:cxn>
                <a:cxn ang="0">
                  <a:pos x="T2" y="T3"/>
                </a:cxn>
              </a:cxnLst>
              <a:rect l="0" t="0" r="r" b="b"/>
              <a:pathLst>
                <a:path w="250" h="242">
                  <a:moveTo>
                    <a:pt x="0" y="242"/>
                  </a:moveTo>
                  <a:cubicBezTo>
                    <a:pt x="88" y="166"/>
                    <a:pt x="172" y="85"/>
                    <a:pt x="250" y="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4" name="Freeform 18"/>
            <p:cNvSpPr/>
            <p:nvPr/>
          </p:nvSpPr>
          <p:spPr bwMode="auto">
            <a:xfrm>
              <a:off x="484188" y="0"/>
              <a:ext cx="3421063" cy="6843713"/>
            </a:xfrm>
            <a:custGeom>
              <a:avLst/>
              <a:gdLst>
                <a:gd name="T0" fmla="*/ 720 w 720"/>
                <a:gd name="T1" fmla="*/ 0 h 1440"/>
                <a:gd name="T2" fmla="*/ 362 w 720"/>
                <a:gd name="T3" fmla="*/ 1440 h 1440"/>
              </a:gdLst>
              <a:ahLst/>
              <a:cxnLst>
                <a:cxn ang="0">
                  <a:pos x="T0" y="T1"/>
                </a:cxn>
                <a:cxn ang="0">
                  <a:pos x="T2" y="T3"/>
                </a:cxn>
              </a:cxnLst>
              <a:rect l="0" t="0" r="r" b="b"/>
              <a:pathLst>
                <a:path w="720" h="1440">
                  <a:moveTo>
                    <a:pt x="720" y="0"/>
                  </a:moveTo>
                  <a:cubicBezTo>
                    <a:pt x="316" y="282"/>
                    <a:pt x="0" y="1018"/>
                    <a:pt x="362" y="144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5" name="Freeform 19"/>
            <p:cNvSpPr/>
            <p:nvPr/>
          </p:nvSpPr>
          <p:spPr bwMode="auto">
            <a:xfrm>
              <a:off x="11287125" y="6049963"/>
              <a:ext cx="879475" cy="793750"/>
            </a:xfrm>
            <a:custGeom>
              <a:avLst/>
              <a:gdLst>
                <a:gd name="T0" fmla="*/ 0 w 185"/>
                <a:gd name="T1" fmla="*/ 167 h 167"/>
                <a:gd name="T2" fmla="*/ 185 w 185"/>
                <a:gd name="T3" fmla="*/ 0 h 167"/>
              </a:gdLst>
              <a:ahLst/>
              <a:cxnLst>
                <a:cxn ang="0">
                  <a:pos x="T0" y="T1"/>
                </a:cxn>
                <a:cxn ang="0">
                  <a:pos x="T2" y="T3"/>
                </a:cxn>
              </a:cxnLst>
              <a:rect l="0" t="0" r="r" b="b"/>
              <a:pathLst>
                <a:path w="185" h="167">
                  <a:moveTo>
                    <a:pt x="0" y="167"/>
                  </a:moveTo>
                  <a:cubicBezTo>
                    <a:pt x="63" y="114"/>
                    <a:pt x="125" y="58"/>
                    <a:pt x="185" y="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6" name="Freeform 20"/>
            <p:cNvSpPr/>
            <p:nvPr/>
          </p:nvSpPr>
          <p:spPr bwMode="auto">
            <a:xfrm>
              <a:off x="598488" y="0"/>
              <a:ext cx="2717800" cy="6843713"/>
            </a:xfrm>
            <a:custGeom>
              <a:avLst/>
              <a:gdLst>
                <a:gd name="T0" fmla="*/ 572 w 572"/>
                <a:gd name="T1" fmla="*/ 0 h 1440"/>
                <a:gd name="T2" fmla="*/ 164 w 572"/>
                <a:gd name="T3" fmla="*/ 1440 h 1440"/>
              </a:gdLst>
              <a:ahLst/>
              <a:cxnLst>
                <a:cxn ang="0">
                  <a:pos x="T0" y="T1"/>
                </a:cxn>
                <a:cxn ang="0">
                  <a:pos x="T2" y="T3"/>
                </a:cxn>
              </a:cxnLst>
              <a:rect l="0" t="0" r="r" b="b"/>
              <a:pathLst>
                <a:path w="572" h="1440">
                  <a:moveTo>
                    <a:pt x="572" y="0"/>
                  </a:moveTo>
                  <a:cubicBezTo>
                    <a:pt x="213" y="320"/>
                    <a:pt x="0" y="979"/>
                    <a:pt x="164" y="1440"/>
                  </a:cubicBezTo>
                </a:path>
              </a:pathLst>
            </a:custGeom>
            <a:noFill/>
            <a:ln w="12700" cap="flat">
              <a:solidFill>
                <a:schemeClr val="tx1">
                  <a:alpha val="10000"/>
                </a:schemeClr>
              </a:solidFill>
              <a:prstDash val="dashDot"/>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7" name="Freeform 21"/>
            <p:cNvSpPr/>
            <p:nvPr/>
          </p:nvSpPr>
          <p:spPr bwMode="auto">
            <a:xfrm>
              <a:off x="261938" y="0"/>
              <a:ext cx="2944813" cy="6843713"/>
            </a:xfrm>
            <a:custGeom>
              <a:avLst/>
              <a:gdLst>
                <a:gd name="T0" fmla="*/ 620 w 620"/>
                <a:gd name="T1" fmla="*/ 0 h 1440"/>
                <a:gd name="T2" fmla="*/ 186 w 620"/>
                <a:gd name="T3" fmla="*/ 1440 h 1440"/>
              </a:gdLst>
              <a:ahLst/>
              <a:cxnLst>
                <a:cxn ang="0">
                  <a:pos x="T0" y="T1"/>
                </a:cxn>
                <a:cxn ang="0">
                  <a:pos x="T2" y="T3"/>
                </a:cxn>
              </a:cxnLst>
              <a:rect l="0" t="0" r="r" b="b"/>
              <a:pathLst>
                <a:path w="620" h="1440">
                  <a:moveTo>
                    <a:pt x="620" y="0"/>
                  </a:moveTo>
                  <a:cubicBezTo>
                    <a:pt x="248" y="325"/>
                    <a:pt x="0" y="960"/>
                    <a:pt x="186" y="1440"/>
                  </a:cubicBezTo>
                </a:path>
              </a:pathLst>
            </a:custGeom>
            <a:noFill/>
            <a:ln w="9525" cap="flat">
              <a:solidFill>
                <a:schemeClr val="tx1">
                  <a:alpha val="10000"/>
                </a:schemeClr>
              </a:solidFill>
              <a:prstDash val="lgDash"/>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8" name="Freeform 22"/>
            <p:cNvSpPr/>
            <p:nvPr/>
          </p:nvSpPr>
          <p:spPr bwMode="auto">
            <a:xfrm>
              <a:off x="-417513" y="0"/>
              <a:ext cx="2403475" cy="6843713"/>
            </a:xfrm>
            <a:custGeom>
              <a:avLst/>
              <a:gdLst>
                <a:gd name="T0" fmla="*/ 506 w 506"/>
                <a:gd name="T1" fmla="*/ 0 h 1440"/>
                <a:gd name="T2" fmla="*/ 171 w 506"/>
                <a:gd name="T3" fmla="*/ 1440 h 1440"/>
              </a:gdLst>
              <a:ahLst/>
              <a:cxnLst>
                <a:cxn ang="0">
                  <a:pos x="T0" y="T1"/>
                </a:cxn>
                <a:cxn ang="0">
                  <a:pos x="T2" y="T3"/>
                </a:cxn>
              </a:cxnLst>
              <a:rect l="0" t="0" r="r" b="b"/>
              <a:pathLst>
                <a:path w="506" h="1440">
                  <a:moveTo>
                    <a:pt x="506" y="0"/>
                  </a:moveTo>
                  <a:cubicBezTo>
                    <a:pt x="109" y="356"/>
                    <a:pt x="0" y="943"/>
                    <a:pt x="171" y="144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9" name="Freeform 23"/>
            <p:cNvSpPr/>
            <p:nvPr/>
          </p:nvSpPr>
          <p:spPr bwMode="auto">
            <a:xfrm>
              <a:off x="14288" y="9525"/>
              <a:ext cx="1771650" cy="3198813"/>
            </a:xfrm>
            <a:custGeom>
              <a:avLst/>
              <a:gdLst>
                <a:gd name="T0" fmla="*/ 373 w 373"/>
                <a:gd name="T1" fmla="*/ 0 h 673"/>
                <a:gd name="T2" fmla="*/ 0 w 373"/>
                <a:gd name="T3" fmla="*/ 673 h 673"/>
              </a:gdLst>
              <a:ahLst/>
              <a:cxnLst>
                <a:cxn ang="0">
                  <a:pos x="T0" y="T1"/>
                </a:cxn>
                <a:cxn ang="0">
                  <a:pos x="T2" y="T3"/>
                </a:cxn>
              </a:cxnLst>
              <a:rect l="0" t="0" r="r" b="b"/>
              <a:pathLst>
                <a:path w="373" h="673">
                  <a:moveTo>
                    <a:pt x="373" y="0"/>
                  </a:moveTo>
                  <a:cubicBezTo>
                    <a:pt x="175" y="183"/>
                    <a:pt x="51" y="409"/>
                    <a:pt x="0" y="673"/>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10" name="Freeform 24"/>
            <p:cNvSpPr/>
            <p:nvPr/>
          </p:nvSpPr>
          <p:spPr bwMode="auto">
            <a:xfrm>
              <a:off x="4763" y="6016625"/>
              <a:ext cx="214313" cy="827088"/>
            </a:xfrm>
            <a:custGeom>
              <a:avLst/>
              <a:gdLst>
                <a:gd name="T0" fmla="*/ 0 w 45"/>
                <a:gd name="T1" fmla="*/ 0 h 174"/>
                <a:gd name="T2" fmla="*/ 45 w 45"/>
                <a:gd name="T3" fmla="*/ 174 h 174"/>
              </a:gdLst>
              <a:ahLst/>
              <a:cxnLst>
                <a:cxn ang="0">
                  <a:pos x="T0" y="T1"/>
                </a:cxn>
                <a:cxn ang="0">
                  <a:pos x="T2" y="T3"/>
                </a:cxn>
              </a:cxnLst>
              <a:rect l="0" t="0" r="r" b="b"/>
              <a:pathLst>
                <a:path w="45" h="174">
                  <a:moveTo>
                    <a:pt x="0" y="0"/>
                  </a:moveTo>
                  <a:cubicBezTo>
                    <a:pt x="11" y="59"/>
                    <a:pt x="26" y="118"/>
                    <a:pt x="45" y="174"/>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11" name="Freeform 25"/>
            <p:cNvSpPr/>
            <p:nvPr/>
          </p:nvSpPr>
          <p:spPr bwMode="auto">
            <a:xfrm>
              <a:off x="14288" y="0"/>
              <a:ext cx="1562100" cy="2228850"/>
            </a:xfrm>
            <a:custGeom>
              <a:avLst/>
              <a:gdLst>
                <a:gd name="T0" fmla="*/ 329 w 329"/>
                <a:gd name="T1" fmla="*/ 0 h 469"/>
                <a:gd name="T2" fmla="*/ 0 w 329"/>
                <a:gd name="T3" fmla="*/ 469 h 469"/>
              </a:gdLst>
              <a:ahLst/>
              <a:cxnLst>
                <a:cxn ang="0">
                  <a:pos x="T0" y="T1"/>
                </a:cxn>
                <a:cxn ang="0">
                  <a:pos x="T2" y="T3"/>
                </a:cxn>
              </a:cxnLst>
              <a:rect l="0" t="0" r="r" b="b"/>
              <a:pathLst>
                <a:path w="329" h="469">
                  <a:moveTo>
                    <a:pt x="329" y="0"/>
                  </a:moveTo>
                  <a:cubicBezTo>
                    <a:pt x="189" y="133"/>
                    <a:pt x="69" y="288"/>
                    <a:pt x="0" y="469"/>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grpSp>
      <p:sp>
        <p:nvSpPr>
          <p:cNvPr id="2" name="Title 1"/>
          <p:cNvSpPr>
            <a:spLocks noGrp="1"/>
          </p:cNvSpPr>
          <p:nvPr>
            <p:ph type="title"/>
          </p:nvPr>
        </p:nvSpPr>
        <p:spPr>
          <a:xfrm>
            <a:off x="828916" y="488694"/>
            <a:ext cx="10488547" cy="1436546"/>
          </a:xfrm>
        </p:spPr>
        <p:txBody>
          <a:bodyPr>
            <a:normAutofit/>
          </a:bodyPr>
          <a:lstStyle/>
          <a:p>
            <a:r>
              <a:rPr lang="en-US" dirty="0">
                <a:solidFill>
                  <a:schemeClr val="tx2"/>
                </a:solidFill>
              </a:rPr>
              <a:t>ROC Curve (Julia)</a:t>
            </a:r>
          </a:p>
        </p:txBody>
      </p:sp>
      <p:sp>
        <p:nvSpPr>
          <p:cNvPr id="112" name="Rectangle 63"/>
          <p:cNvSpPr>
            <a:spLocks noGrp="1" noRot="1" noChangeAspect="1" noMove="1" noResize="1" noEditPoints="1" noAdjustHandles="1" noChangeArrowheads="1" noChangeShapeType="1" noTextEdit="1"/>
          </p:cNvSpPr>
          <p:nvPr/>
        </p:nvSpPr>
        <p:spPr>
          <a:xfrm>
            <a:off x="937030" y="2250281"/>
            <a:ext cx="4959318" cy="3678237"/>
          </a:xfrm>
          <a:prstGeom prst="rect">
            <a:avLst/>
          </a:prstGeom>
          <a:solidFill>
            <a:schemeClr val="bg1"/>
          </a:solidFill>
          <a:ln w="19050">
            <a:solidFill>
              <a:srgbClr val="8CDDFE"/>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Chart, line chart&#10;&#10;Description automatically generated"/>
          <p:cNvPicPr>
            <a:picLocks noChangeAspect="1"/>
          </p:cNvPicPr>
          <p:nvPr/>
        </p:nvPicPr>
        <p:blipFill>
          <a:blip r:embed="rId2"/>
          <a:stretch>
            <a:fillRect/>
          </a:stretch>
        </p:blipFill>
        <p:spPr>
          <a:xfrm>
            <a:off x="1065545" y="2474839"/>
            <a:ext cx="4726912" cy="3143396"/>
          </a:xfrm>
          <a:prstGeom prst="rect">
            <a:avLst/>
          </a:prstGeom>
          <a:ln w="12700">
            <a:noFill/>
          </a:ln>
        </p:spPr>
      </p:pic>
      <p:sp>
        <p:nvSpPr>
          <p:cNvPr id="3" name="Content Placeholder 2"/>
          <p:cNvSpPr>
            <a:spLocks noGrp="1"/>
          </p:cNvSpPr>
          <p:nvPr>
            <p:ph idx="1"/>
          </p:nvPr>
        </p:nvSpPr>
        <p:spPr>
          <a:xfrm>
            <a:off x="6299472" y="2082390"/>
            <a:ext cx="5028928" cy="4003279"/>
          </a:xfrm>
        </p:spPr>
        <p:txBody>
          <a:bodyPr>
            <a:normAutofit fontScale="92500" lnSpcReduction="20000"/>
          </a:bodyPr>
          <a:lstStyle/>
          <a:p>
            <a:pPr>
              <a:buClr>
                <a:srgbClr val="8CDDFE"/>
              </a:buClr>
            </a:pPr>
            <a:r>
              <a:rPr lang="en-CA" dirty="0"/>
              <a:t>Receiver Operating Characteristics curve is the evaluation metric used to evaluate the classification model based on its predictive power to predict class one’s accuracy and class zero’s accuracy.</a:t>
            </a:r>
          </a:p>
          <a:p>
            <a:r>
              <a:rPr lang="en-CA" dirty="0"/>
              <a:t>Ideally the curve should be close to the y-axis line and top line of the x-axis, but it’s far from it. That means it is not a good model.</a:t>
            </a:r>
          </a:p>
          <a:p>
            <a:r>
              <a:rPr lang="en-CA" dirty="0"/>
              <a:t>This is because of the high-class imbalance. i.e. while training the data, most of the data points were having class 0.</a:t>
            </a:r>
          </a:p>
          <a:p>
            <a:r>
              <a:rPr lang="en-CA" dirty="0"/>
              <a:t>Unfortunately,  we did not find a way to fix this issue.</a:t>
            </a:r>
          </a:p>
          <a:p>
            <a:pPr>
              <a:buClr>
                <a:srgbClr val="8CDDFE"/>
              </a:buClr>
            </a:pPr>
            <a:endParaRPr lang="en-US" dirty="0"/>
          </a:p>
        </p:txBody>
      </p:sp>
      <p:sp>
        <p:nvSpPr>
          <p:cNvPr id="5" name="TextBox 4"/>
          <p:cNvSpPr txBox="1"/>
          <p:nvPr/>
        </p:nvSpPr>
        <p:spPr>
          <a:xfrm>
            <a:off x="951310" y="6262172"/>
            <a:ext cx="4510882" cy="369332"/>
          </a:xfrm>
          <a:prstGeom prst="rect">
            <a:avLst/>
          </a:prstGeom>
          <a:noFill/>
        </p:spPr>
        <p:txBody>
          <a:bodyPr wrap="square" rtlCol="0">
            <a:spAutoFit/>
          </a:bodyPr>
          <a:lstStyle/>
          <a:p>
            <a:pPr>
              <a:spcAft>
                <a:spcPts val="600"/>
              </a:spcAft>
            </a:pPr>
            <a:r>
              <a:rPr lang="en-US" dirty="0"/>
              <a:t>Reference: </a:t>
            </a:r>
            <a:r>
              <a:rPr lang="en-US" dirty="0">
                <a:hlinkClick r:id="rId3"/>
              </a:rPr>
              <a:t>Logistic Regression in Julia</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7255" y="2717406"/>
            <a:ext cx="3644040" cy="825894"/>
          </a:xfrm>
        </p:spPr>
        <p:txBody>
          <a:bodyPr>
            <a:normAutofit fontScale="90000"/>
          </a:bodyPr>
          <a:lstStyle/>
          <a:p>
            <a:r>
              <a:rPr lang="en-US" dirty="0"/>
              <a:t>Logistic Regression</a:t>
            </a:r>
          </a:p>
        </p:txBody>
      </p:sp>
      <p:sp>
        <p:nvSpPr>
          <p:cNvPr id="8" name="TextBox 7"/>
          <p:cNvSpPr txBox="1"/>
          <p:nvPr/>
        </p:nvSpPr>
        <p:spPr>
          <a:xfrm>
            <a:off x="2183681" y="594004"/>
            <a:ext cx="1341839" cy="646331"/>
          </a:xfrm>
          <a:prstGeom prst="rect">
            <a:avLst/>
          </a:prstGeom>
          <a:noFill/>
        </p:spPr>
        <p:txBody>
          <a:bodyPr wrap="square" rtlCol="0">
            <a:spAutoFit/>
          </a:bodyPr>
          <a:lstStyle/>
          <a:p>
            <a:r>
              <a:rPr lang="en-US" sz="3600" dirty="0"/>
              <a:t>R</a:t>
            </a:r>
          </a:p>
        </p:txBody>
      </p:sp>
      <p:sp>
        <p:nvSpPr>
          <p:cNvPr id="7" name="Title 1">
            <a:extLst>
              <a:ext uri="{FF2B5EF4-FFF2-40B4-BE49-F238E27FC236}">
                <a16:creationId xmlns:a16="http://schemas.microsoft.com/office/drawing/2014/main" id="{66DEF3DC-6533-724C-B165-D1B43C7E3686}"/>
              </a:ext>
            </a:extLst>
          </p:cNvPr>
          <p:cNvSpPr txBox="1">
            <a:spLocks/>
          </p:cNvSpPr>
          <p:nvPr/>
        </p:nvSpPr>
        <p:spPr>
          <a:xfrm>
            <a:off x="847255" y="3553690"/>
            <a:ext cx="3644040" cy="825894"/>
          </a:xfrm>
          <a:prstGeom prst="rect">
            <a:avLst/>
          </a:prstGeom>
        </p:spPr>
        <p:txBody>
          <a:bodyPr vert="horz" lIns="228600" tIns="228600" rIns="228600" bIns="228600" rtlCol="0" anchor="ctr">
            <a:normAutofit fontScale="82500" lnSpcReduction="200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dirty="0">
                <a:solidFill>
                  <a:schemeClr val="bg1"/>
                </a:solidFill>
              </a:rPr>
              <a:t>Random Forest</a:t>
            </a:r>
          </a:p>
        </p:txBody>
      </p:sp>
      <p:sp>
        <p:nvSpPr>
          <p:cNvPr id="10" name="Title 1">
            <a:extLst>
              <a:ext uri="{FF2B5EF4-FFF2-40B4-BE49-F238E27FC236}">
                <a16:creationId xmlns:a16="http://schemas.microsoft.com/office/drawing/2014/main" id="{1AE213C0-8DBB-834E-997B-C72A10E803E2}"/>
              </a:ext>
            </a:extLst>
          </p:cNvPr>
          <p:cNvSpPr txBox="1">
            <a:spLocks/>
          </p:cNvSpPr>
          <p:nvPr/>
        </p:nvSpPr>
        <p:spPr>
          <a:xfrm>
            <a:off x="756739" y="1653282"/>
            <a:ext cx="3734556" cy="825894"/>
          </a:xfrm>
          <a:prstGeom prst="rect">
            <a:avLst/>
          </a:prstGeom>
        </p:spPr>
        <p:txBody>
          <a:bodyPr vert="horz" lIns="228600" tIns="228600" rIns="228600" bIns="228600" rtlCol="0" anchor="ctr">
            <a:normAutofit fontScale="82500" lnSpcReduction="200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dirty="0"/>
              <a:t>Data Visualization</a:t>
            </a:r>
          </a:p>
        </p:txBody>
      </p:sp>
      <p:pic>
        <p:nvPicPr>
          <p:cNvPr id="3" name="Picture 2">
            <a:extLst>
              <a:ext uri="{FF2B5EF4-FFF2-40B4-BE49-F238E27FC236}">
                <a16:creationId xmlns:a16="http://schemas.microsoft.com/office/drawing/2014/main" id="{97EF5F1F-2A0D-B54E-A434-127E98ABD32F}"/>
              </a:ext>
            </a:extLst>
          </p:cNvPr>
          <p:cNvPicPr>
            <a:picLocks noChangeAspect="1"/>
          </p:cNvPicPr>
          <p:nvPr/>
        </p:nvPicPr>
        <p:blipFill>
          <a:blip r:embed="rId2"/>
          <a:stretch>
            <a:fillRect/>
          </a:stretch>
        </p:blipFill>
        <p:spPr>
          <a:xfrm>
            <a:off x="4536199" y="3419044"/>
            <a:ext cx="4962328" cy="3399390"/>
          </a:xfrm>
          <a:prstGeom prst="rect">
            <a:avLst/>
          </a:prstGeom>
        </p:spPr>
      </p:pic>
      <p:pic>
        <p:nvPicPr>
          <p:cNvPr id="4" name="Picture 3">
            <a:extLst>
              <a:ext uri="{FF2B5EF4-FFF2-40B4-BE49-F238E27FC236}">
                <a16:creationId xmlns:a16="http://schemas.microsoft.com/office/drawing/2014/main" id="{4DFA42A2-EBEB-794E-9F3E-83BD7B8FA86C}"/>
              </a:ext>
            </a:extLst>
          </p:cNvPr>
          <p:cNvPicPr>
            <a:picLocks noChangeAspect="1"/>
          </p:cNvPicPr>
          <p:nvPr/>
        </p:nvPicPr>
        <p:blipFill>
          <a:blip r:embed="rId3"/>
          <a:stretch>
            <a:fillRect/>
          </a:stretch>
        </p:blipFill>
        <p:spPr>
          <a:xfrm>
            <a:off x="4655128" y="177772"/>
            <a:ext cx="4330542" cy="3200835"/>
          </a:xfrm>
          <a:prstGeom prst="rect">
            <a:avLst/>
          </a:prstGeom>
        </p:spPr>
      </p:pic>
      <p:pic>
        <p:nvPicPr>
          <p:cNvPr id="5" name="Picture 4">
            <a:extLst>
              <a:ext uri="{FF2B5EF4-FFF2-40B4-BE49-F238E27FC236}">
                <a16:creationId xmlns:a16="http://schemas.microsoft.com/office/drawing/2014/main" id="{BC6A9939-3571-6645-BB25-FB752418782E}"/>
              </a:ext>
            </a:extLst>
          </p:cNvPr>
          <p:cNvPicPr>
            <a:picLocks noChangeAspect="1"/>
          </p:cNvPicPr>
          <p:nvPr/>
        </p:nvPicPr>
        <p:blipFill>
          <a:blip r:embed="rId4"/>
          <a:stretch>
            <a:fillRect/>
          </a:stretch>
        </p:blipFill>
        <p:spPr>
          <a:xfrm>
            <a:off x="8126610" y="1800415"/>
            <a:ext cx="3812825" cy="265987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78799" y="1553513"/>
            <a:ext cx="3644040" cy="825894"/>
          </a:xfrm>
        </p:spPr>
        <p:txBody>
          <a:bodyPr>
            <a:normAutofit fontScale="90000"/>
          </a:bodyPr>
          <a:lstStyle/>
          <a:p>
            <a:r>
              <a:rPr lang="en-US" dirty="0"/>
              <a:t>Logistic Regression</a:t>
            </a:r>
          </a:p>
        </p:txBody>
      </p:sp>
      <p:sp>
        <p:nvSpPr>
          <p:cNvPr id="3" name="Content Placeholder 2"/>
          <p:cNvSpPr>
            <a:spLocks noGrp="1"/>
          </p:cNvSpPr>
          <p:nvPr>
            <p:ph idx="1"/>
          </p:nvPr>
        </p:nvSpPr>
        <p:spPr/>
        <p:txBody>
          <a:bodyPr/>
          <a:lstStyle/>
          <a:p>
            <a:r>
              <a:rPr lang="en-US" dirty="0"/>
              <a:t>The average accuracy of the logistic regression model in our R implementation is </a:t>
            </a:r>
            <a:r>
              <a:rPr lang="en-US" altLang="zh-CN" dirty="0"/>
              <a:t>68</a:t>
            </a:r>
            <a:r>
              <a:rPr lang="en-US" dirty="0"/>
              <a:t>%</a:t>
            </a:r>
          </a:p>
          <a:p>
            <a:endParaRPr lang="en-US" dirty="0"/>
          </a:p>
          <a:p>
            <a:r>
              <a:rPr lang="en-US" dirty="0"/>
              <a:t>The average accuracy of the random forest model in our R implementation is </a:t>
            </a:r>
            <a:r>
              <a:rPr lang="en-US" altLang="zh-CN" dirty="0"/>
              <a:t>72</a:t>
            </a:r>
            <a:r>
              <a:rPr lang="en-US" dirty="0"/>
              <a:t>%</a:t>
            </a:r>
          </a:p>
        </p:txBody>
      </p:sp>
      <p:sp>
        <p:nvSpPr>
          <p:cNvPr id="6" name="Title 1"/>
          <p:cNvSpPr txBox="1"/>
          <p:nvPr/>
        </p:nvSpPr>
        <p:spPr>
          <a:xfrm>
            <a:off x="878798" y="2340093"/>
            <a:ext cx="3555549" cy="2467881"/>
          </a:xfrm>
          <a:prstGeom prst="rect">
            <a:avLst/>
          </a:prstGeom>
        </p:spPr>
        <p:txBody>
          <a:bodyPr vert="horz" lIns="228600" tIns="228600" rIns="228600" bIns="228600" rtlCol="0" anchor="ctr">
            <a:normAutofit fontScale="975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dirty="0"/>
              <a:t>Performance Comparison</a:t>
            </a:r>
          </a:p>
          <a:p>
            <a:r>
              <a:rPr lang="en-US" dirty="0"/>
              <a:t>(</a:t>
            </a:r>
            <a:r>
              <a:rPr lang="en-US" dirty="0" err="1"/>
              <a:t>w.r.t.</a:t>
            </a:r>
            <a:r>
              <a:rPr lang="en-US" dirty="0"/>
              <a:t> Accuracy)</a:t>
            </a:r>
          </a:p>
        </p:txBody>
      </p:sp>
      <p:sp>
        <p:nvSpPr>
          <p:cNvPr id="5" name="TextBox 4"/>
          <p:cNvSpPr txBox="1"/>
          <p:nvPr/>
        </p:nvSpPr>
        <p:spPr>
          <a:xfrm>
            <a:off x="2183681" y="594004"/>
            <a:ext cx="1341839" cy="646331"/>
          </a:xfrm>
          <a:prstGeom prst="rect">
            <a:avLst/>
          </a:prstGeom>
          <a:noFill/>
        </p:spPr>
        <p:txBody>
          <a:bodyPr wrap="square" rtlCol="0">
            <a:spAutoFit/>
          </a:bodyPr>
          <a:lstStyle/>
          <a:p>
            <a:r>
              <a:rPr lang="en-US" sz="3600" dirty="0"/>
              <a:t>R</a:t>
            </a:r>
          </a:p>
        </p:txBody>
      </p:sp>
      <p:sp>
        <p:nvSpPr>
          <p:cNvPr id="7" name="Title 1">
            <a:extLst>
              <a:ext uri="{FF2B5EF4-FFF2-40B4-BE49-F238E27FC236}">
                <a16:creationId xmlns:a16="http://schemas.microsoft.com/office/drawing/2014/main" id="{1A82D7F8-1D42-FB4E-AC8A-4ED4868E59CD}"/>
              </a:ext>
            </a:extLst>
          </p:cNvPr>
          <p:cNvSpPr txBox="1">
            <a:spLocks/>
          </p:cNvSpPr>
          <p:nvPr/>
        </p:nvSpPr>
        <p:spPr>
          <a:xfrm>
            <a:off x="878799" y="5304487"/>
            <a:ext cx="3644040" cy="825894"/>
          </a:xfrm>
          <a:prstGeom prst="rect">
            <a:avLst/>
          </a:prstGeom>
        </p:spPr>
        <p:txBody>
          <a:bodyPr vert="horz" lIns="228600" tIns="228600" rIns="228600" bIns="228600" rtlCol="0" anchor="ctr">
            <a:normAutofit fontScale="82500" lnSpcReduction="200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dirty="0">
                <a:solidFill>
                  <a:schemeClr val="accent1"/>
                </a:solidFill>
              </a:rPr>
              <a:t>Random Forest</a:t>
            </a:r>
          </a:p>
        </p:txBody>
      </p:sp>
    </p:spTree>
    <p:extLst>
      <p:ext uri="{BB962C8B-B14F-4D97-AF65-F5344CB8AC3E}">
        <p14:creationId xmlns:p14="http://schemas.microsoft.com/office/powerpoint/2010/main" val="1361886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78799" y="1553513"/>
            <a:ext cx="3644040" cy="825894"/>
          </a:xfrm>
        </p:spPr>
        <p:txBody>
          <a:bodyPr>
            <a:normAutofit fontScale="90000"/>
          </a:bodyPr>
          <a:lstStyle/>
          <a:p>
            <a:r>
              <a:rPr lang="en-US" dirty="0"/>
              <a:t>Logistic Regression</a:t>
            </a:r>
          </a:p>
        </p:txBody>
      </p:sp>
      <p:sp>
        <p:nvSpPr>
          <p:cNvPr id="6" name="Title 1"/>
          <p:cNvSpPr txBox="1"/>
          <p:nvPr/>
        </p:nvSpPr>
        <p:spPr>
          <a:xfrm>
            <a:off x="633259" y="2379407"/>
            <a:ext cx="4135120" cy="2567187"/>
          </a:xfrm>
          <a:prstGeom prst="rect">
            <a:avLst/>
          </a:prstGeom>
        </p:spPr>
        <p:txBody>
          <a:bodyPr vert="horz" lIns="228600" tIns="228600" rIns="228600" bIns="228600" rtlCol="0" anchor="ctr">
            <a:normAutofit fontScale="975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dirty="0"/>
              <a:t>Performance Comparison</a:t>
            </a:r>
          </a:p>
          <a:p>
            <a:r>
              <a:rPr lang="en-US" dirty="0"/>
              <a:t>(</a:t>
            </a:r>
            <a:r>
              <a:rPr lang="en-US" dirty="0" err="1"/>
              <a:t>w.r.t.</a:t>
            </a:r>
            <a:r>
              <a:rPr lang="en-US" dirty="0"/>
              <a:t> </a:t>
            </a:r>
          </a:p>
          <a:p>
            <a:r>
              <a:rPr lang="en-US" dirty="0"/>
              <a:t>Time and Space)</a:t>
            </a:r>
          </a:p>
        </p:txBody>
      </p:sp>
      <p:sp>
        <p:nvSpPr>
          <p:cNvPr id="8" name="TextBox 7"/>
          <p:cNvSpPr txBox="1"/>
          <p:nvPr/>
        </p:nvSpPr>
        <p:spPr>
          <a:xfrm>
            <a:off x="1858561" y="665124"/>
            <a:ext cx="2174959" cy="646331"/>
          </a:xfrm>
          <a:prstGeom prst="rect">
            <a:avLst/>
          </a:prstGeom>
          <a:noFill/>
        </p:spPr>
        <p:txBody>
          <a:bodyPr wrap="square" rtlCol="0">
            <a:spAutoFit/>
          </a:bodyPr>
          <a:lstStyle/>
          <a:p>
            <a:r>
              <a:rPr lang="en-US" sz="3600" dirty="0"/>
              <a:t>Python</a:t>
            </a:r>
          </a:p>
        </p:txBody>
      </p:sp>
      <p:sp>
        <p:nvSpPr>
          <p:cNvPr id="9" name="Content Placeholder 8"/>
          <p:cNvSpPr>
            <a:spLocks noGrp="1"/>
          </p:cNvSpPr>
          <p:nvPr>
            <p:ph idx="1"/>
          </p:nvPr>
        </p:nvSpPr>
        <p:spPr>
          <a:xfrm>
            <a:off x="5013919" y="804689"/>
            <a:ext cx="6281873" cy="5248622"/>
          </a:xfrm>
        </p:spPr>
        <p:txBody>
          <a:bodyPr/>
          <a:lstStyle/>
          <a:p>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78799" y="1553513"/>
            <a:ext cx="3644040" cy="825894"/>
          </a:xfrm>
        </p:spPr>
        <p:txBody>
          <a:bodyPr>
            <a:normAutofit fontScale="90000"/>
          </a:bodyPr>
          <a:lstStyle/>
          <a:p>
            <a:r>
              <a:rPr lang="en-US" dirty="0"/>
              <a:t>Logistic Regression</a:t>
            </a:r>
          </a:p>
        </p:txBody>
      </p:sp>
      <p:sp>
        <p:nvSpPr>
          <p:cNvPr id="6" name="Title 1"/>
          <p:cNvSpPr txBox="1"/>
          <p:nvPr/>
        </p:nvSpPr>
        <p:spPr>
          <a:xfrm>
            <a:off x="633259" y="2379407"/>
            <a:ext cx="4135120" cy="2567187"/>
          </a:xfrm>
          <a:prstGeom prst="rect">
            <a:avLst/>
          </a:prstGeom>
        </p:spPr>
        <p:txBody>
          <a:bodyPr vert="horz" lIns="228600" tIns="228600" rIns="228600" bIns="228600" rtlCol="0" anchor="ctr">
            <a:normAutofit fontScale="975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dirty="0"/>
              <a:t>Performance Comparison</a:t>
            </a:r>
          </a:p>
          <a:p>
            <a:r>
              <a:rPr lang="en-US" dirty="0"/>
              <a:t>(</a:t>
            </a:r>
            <a:r>
              <a:rPr lang="en-US" dirty="0" err="1"/>
              <a:t>w.r.t.</a:t>
            </a:r>
            <a:r>
              <a:rPr lang="en-US" dirty="0"/>
              <a:t> Accuracy)</a:t>
            </a:r>
          </a:p>
        </p:txBody>
      </p:sp>
      <p:sp>
        <p:nvSpPr>
          <p:cNvPr id="9" name="Content Placeholder 8"/>
          <p:cNvSpPr>
            <a:spLocks noGrp="1"/>
          </p:cNvSpPr>
          <p:nvPr>
            <p:ph idx="1"/>
          </p:nvPr>
        </p:nvSpPr>
        <p:spPr>
          <a:xfrm>
            <a:off x="5013919" y="804689"/>
            <a:ext cx="6281873" cy="5248622"/>
          </a:xfrm>
        </p:spPr>
        <p:txBody>
          <a:bodyPr/>
          <a:lstStyle/>
          <a:p>
            <a:endParaRPr lang="en-US" dirty="0"/>
          </a:p>
        </p:txBody>
      </p:sp>
      <p:sp>
        <p:nvSpPr>
          <p:cNvPr id="7" name="TextBox 6"/>
          <p:cNvSpPr txBox="1"/>
          <p:nvPr/>
        </p:nvSpPr>
        <p:spPr>
          <a:xfrm>
            <a:off x="1858561" y="665124"/>
            <a:ext cx="2174959" cy="646331"/>
          </a:xfrm>
          <a:prstGeom prst="rect">
            <a:avLst/>
          </a:prstGeom>
          <a:noFill/>
        </p:spPr>
        <p:txBody>
          <a:bodyPr wrap="square" rtlCol="0">
            <a:spAutoFit/>
          </a:bodyPr>
          <a:lstStyle/>
          <a:p>
            <a:r>
              <a:rPr lang="en-US" sz="3600" dirty="0"/>
              <a:t>Python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Pro/Con List: Python</a:t>
            </a:r>
          </a:p>
        </p:txBody>
      </p:sp>
      <p:sp>
        <p:nvSpPr>
          <p:cNvPr id="3" name="Content Placeholder 2"/>
          <p:cNvSpPr>
            <a:spLocks noGrp="1"/>
          </p:cNvSpPr>
          <p:nvPr>
            <p:ph idx="1"/>
          </p:nvPr>
        </p:nvSpPr>
        <p:spPr/>
        <p:txBody>
          <a:bodyPr/>
          <a:lstStyle/>
          <a:p>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Pro/Con List:</a:t>
            </a:r>
            <a:br>
              <a:rPr lang="en-US" dirty="0"/>
            </a:br>
            <a:r>
              <a:rPr lang="en-US" dirty="0"/>
              <a:t>R</a:t>
            </a:r>
          </a:p>
        </p:txBody>
      </p:sp>
      <p:sp>
        <p:nvSpPr>
          <p:cNvPr id="3" name="Content Placeholder 2"/>
          <p:cNvSpPr>
            <a:spLocks noGrp="1"/>
          </p:cNvSpPr>
          <p:nvPr>
            <p:ph idx="1"/>
          </p:nvPr>
        </p:nvSpPr>
        <p:spPr>
          <a:xfrm>
            <a:off x="5118447" y="803186"/>
            <a:ext cx="6281873" cy="5063956"/>
          </a:xfrm>
        </p:spPr>
        <p:txBody>
          <a:bodyPr/>
          <a:lstStyle/>
          <a:p>
            <a:r>
              <a:rPr lang="en-US" dirty="0"/>
              <a:t>Pros:</a:t>
            </a:r>
          </a:p>
          <a:p>
            <a:pPr marL="0" indent="0">
              <a:buNone/>
            </a:pPr>
            <a:r>
              <a:rPr lang="en-US" dirty="0"/>
              <a:t>    Amazing capability for Data visualization</a:t>
            </a:r>
          </a:p>
          <a:p>
            <a:pPr marL="0" indent="0">
              <a:buNone/>
            </a:pPr>
            <a:r>
              <a:rPr lang="en-US" dirty="0"/>
              <a:t>    Various facilities for machine learning and data science</a:t>
            </a:r>
          </a:p>
          <a:p>
            <a:pPr marL="0" indent="0">
              <a:buNone/>
            </a:pPr>
            <a:r>
              <a:rPr lang="en-US" dirty="0"/>
              <a:t>    Constantly growing programming language</a:t>
            </a:r>
          </a:p>
          <a:p>
            <a:endParaRPr lang="en-US" dirty="0"/>
          </a:p>
          <a:p>
            <a:r>
              <a:rPr lang="en-US" dirty="0"/>
              <a:t>Cons:</a:t>
            </a:r>
          </a:p>
          <a:p>
            <a:pPr marL="0" indent="0">
              <a:buNone/>
            </a:pPr>
            <a:r>
              <a:rPr lang="en-US" dirty="0"/>
              <a:t>    Slower than the other two</a:t>
            </a:r>
          </a:p>
          <a:p>
            <a:pPr marL="0" indent="0">
              <a:buNone/>
            </a:pPr>
            <a:r>
              <a:rPr lang="en-US" dirty="0"/>
              <a:t>    Not an easy language to learn</a:t>
            </a:r>
          </a:p>
          <a:p>
            <a:pPr marL="0" indent="0">
              <a:buNone/>
            </a:pPr>
            <a:r>
              <a:rPr lang="en-US" dirty="0"/>
              <a:t>    Use</a:t>
            </a:r>
            <a:r>
              <a:rPr lang="zh-CN" altLang="en-US" dirty="0"/>
              <a:t> </a:t>
            </a:r>
            <a:r>
              <a:rPr lang="en-CA" altLang="zh-CN" dirty="0"/>
              <a:t>more memory as compared to the others</a:t>
            </a:r>
            <a:endParaRPr lang="en-US" dirty="0"/>
          </a:p>
          <a:p>
            <a:endParaRPr lang="en-US" dirty="0"/>
          </a:p>
          <a:p>
            <a:endParaRPr lang="en-US" dirty="0"/>
          </a:p>
        </p:txBody>
      </p:sp>
      <p:sp>
        <p:nvSpPr>
          <p:cNvPr id="4" name="TextBox 3">
            <a:extLst>
              <a:ext uri="{FF2B5EF4-FFF2-40B4-BE49-F238E27FC236}">
                <a16:creationId xmlns:a16="http://schemas.microsoft.com/office/drawing/2014/main" id="{45973287-0C87-9741-A97B-2B5F482F7B9C}"/>
              </a:ext>
            </a:extLst>
          </p:cNvPr>
          <p:cNvSpPr txBox="1"/>
          <p:nvPr/>
        </p:nvSpPr>
        <p:spPr>
          <a:xfrm>
            <a:off x="791679" y="5867142"/>
            <a:ext cx="6281873" cy="369332"/>
          </a:xfrm>
          <a:prstGeom prst="rect">
            <a:avLst/>
          </a:prstGeom>
          <a:noFill/>
        </p:spPr>
        <p:txBody>
          <a:bodyPr wrap="square" rtlCol="0">
            <a:spAutoFit/>
          </a:bodyPr>
          <a:lstStyle/>
          <a:p>
            <a:pPr>
              <a:spcAft>
                <a:spcPts val="600"/>
              </a:spcAft>
            </a:pPr>
            <a:r>
              <a:rPr lang="en-US" dirty="0"/>
              <a:t>Reference: </a:t>
            </a:r>
            <a:r>
              <a:rPr lang="en-US" dirty="0">
                <a:hlinkClick r:id="rId2"/>
              </a:rPr>
              <a:t>Pros and Cons of R Programming Language</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Pro/Con List: Julia</a:t>
            </a:r>
          </a:p>
        </p:txBody>
      </p:sp>
      <p:sp>
        <p:nvSpPr>
          <p:cNvPr id="3" name="Content Placeholder 2"/>
          <p:cNvSpPr>
            <a:spLocks noGrp="1"/>
          </p:cNvSpPr>
          <p:nvPr>
            <p:ph idx="1"/>
          </p:nvPr>
        </p:nvSpPr>
        <p:spPr>
          <a:xfrm>
            <a:off x="4857135" y="803186"/>
            <a:ext cx="6543185" cy="5248622"/>
          </a:xfrm>
        </p:spPr>
        <p:txBody>
          <a:bodyPr/>
          <a:lstStyle/>
          <a:p>
            <a:r>
              <a:rPr lang="en-US" dirty="0"/>
              <a:t>Pros:</a:t>
            </a:r>
          </a:p>
          <a:p>
            <a:pPr marL="0" indent="0">
              <a:buNone/>
            </a:pPr>
            <a:r>
              <a:rPr lang="en-US" dirty="0"/>
              <a:t>    Fast</a:t>
            </a:r>
          </a:p>
          <a:p>
            <a:pPr marL="0" indent="0">
              <a:buNone/>
            </a:pPr>
            <a:r>
              <a:rPr lang="en-US" dirty="0"/>
              <a:t>    The syntax and grammar are straightforward</a:t>
            </a:r>
          </a:p>
          <a:p>
            <a:pPr marL="0" indent="0">
              <a:buNone/>
            </a:pPr>
            <a:r>
              <a:rPr lang="en-US" dirty="0"/>
              <a:t>    Abundant Data Science libraries and packages to import</a:t>
            </a:r>
          </a:p>
          <a:p>
            <a:r>
              <a:rPr lang="en-US" dirty="0"/>
              <a:t>Cons:</a:t>
            </a:r>
          </a:p>
          <a:p>
            <a:pPr marL="0" indent="0">
              <a:buNone/>
            </a:pPr>
            <a:r>
              <a:rPr lang="en-US" dirty="0"/>
              <a:t>    The size of the user population is small</a:t>
            </a:r>
          </a:p>
          <a:p>
            <a:pPr marL="0" indent="0">
              <a:buNone/>
            </a:pPr>
            <a:r>
              <a:rPr lang="en-US" dirty="0"/>
              <a:t>    Bad IDE support</a:t>
            </a:r>
          </a:p>
          <a:p>
            <a:pPr marL="0" indent="0">
              <a:buNone/>
            </a:pPr>
            <a:r>
              <a:rPr lang="en-US" dirty="0"/>
              <a:t>    Hard to execute the codes in terminal</a:t>
            </a:r>
          </a:p>
          <a:p>
            <a:pPr marL="0" indent="0">
              <a:buNone/>
            </a:pPr>
            <a:r>
              <a:rPr lang="en-US" dirty="0"/>
              <a:t>    The</a:t>
            </a:r>
            <a:r>
              <a:rPr lang="zh-CN" altLang="en-US" dirty="0"/>
              <a:t> </a:t>
            </a:r>
            <a:r>
              <a:rPr lang="en-CA" altLang="zh-CN" dirty="0"/>
              <a:t>re</a:t>
            </a:r>
            <a:r>
              <a:rPr lang="en-US"/>
              <a:t>sources </a:t>
            </a:r>
            <a:r>
              <a:rPr lang="en-US" dirty="0"/>
              <a:t>are fewer than the other two</a:t>
            </a:r>
          </a:p>
          <a:p>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Pro/Con List: Julia</a:t>
            </a:r>
          </a:p>
        </p:txBody>
      </p:sp>
      <p:sp>
        <p:nvSpPr>
          <p:cNvPr id="3" name="Content Placeholder 2"/>
          <p:cNvSpPr>
            <a:spLocks noGrp="1"/>
          </p:cNvSpPr>
          <p:nvPr>
            <p:ph idx="1"/>
          </p:nvPr>
        </p:nvSpPr>
        <p:spPr>
          <a:xfrm>
            <a:off x="4592783" y="803186"/>
            <a:ext cx="6807538" cy="1160696"/>
          </a:xfrm>
        </p:spPr>
        <p:txBody>
          <a:bodyPr/>
          <a:lstStyle/>
          <a:p>
            <a:r>
              <a:rPr lang="en-US" dirty="0"/>
              <a:t>Cons:</a:t>
            </a:r>
          </a:p>
          <a:p>
            <a:pPr marL="0" indent="0">
              <a:buNone/>
            </a:pPr>
            <a:r>
              <a:rPr lang="en-US" dirty="0"/>
              <a:t>    </a:t>
            </a:r>
            <a:r>
              <a:rPr lang="en-CA" dirty="0"/>
              <a:t>search “logistic regression” and “random forest” on GitHub</a:t>
            </a:r>
            <a:endParaRPr lang="en-US" dirty="0"/>
          </a:p>
          <a:p>
            <a:endParaRPr lang="en-US" dirty="0"/>
          </a:p>
        </p:txBody>
      </p:sp>
      <p:pic>
        <p:nvPicPr>
          <p:cNvPr id="4" name="Picture 3"/>
          <p:cNvPicPr>
            <a:picLocks noChangeAspect="1"/>
          </p:cNvPicPr>
          <p:nvPr/>
        </p:nvPicPr>
        <p:blipFill>
          <a:blip r:embed="rId2"/>
          <a:stretch>
            <a:fillRect/>
          </a:stretch>
        </p:blipFill>
        <p:spPr>
          <a:xfrm>
            <a:off x="5275407" y="1933944"/>
            <a:ext cx="2378941" cy="4029015"/>
          </a:xfrm>
          <a:prstGeom prst="rect">
            <a:avLst/>
          </a:prstGeom>
        </p:spPr>
      </p:pic>
      <p:pic>
        <p:nvPicPr>
          <p:cNvPr id="5" name="Picture 4"/>
          <p:cNvPicPr>
            <a:picLocks noChangeAspect="1"/>
          </p:cNvPicPr>
          <p:nvPr/>
        </p:nvPicPr>
        <p:blipFill>
          <a:blip r:embed="rId3"/>
          <a:stretch>
            <a:fillRect/>
          </a:stretch>
        </p:blipFill>
        <p:spPr>
          <a:xfrm>
            <a:off x="8336972" y="1933943"/>
            <a:ext cx="2378941" cy="4029015"/>
          </a:xfrm>
          <a:prstGeom prst="rect">
            <a:avLst/>
          </a:prstGeom>
        </p:spPr>
      </p:pic>
    </p:spTree>
  </p:cSld>
  <p:clrMapOvr>
    <a:masterClrMapping/>
  </p:clrMapOvr>
</p:sld>
</file>

<file path=ppt/theme/theme1.xml><?xml version="1.0" encoding="utf-8"?>
<a:theme xmlns:a="http://schemas.openxmlformats.org/drawingml/2006/main" name="Atlas">
  <a:themeElements>
    <a:clrScheme name="Atlas">
      <a:dk1>
        <a:sysClr val="windowText" lastClr="000000"/>
      </a:dk1>
      <a:lt1>
        <a:sysClr val="window" lastClr="FFFFFF"/>
      </a:lt1>
      <a:dk2>
        <a:srgbClr val="454545"/>
      </a:dk2>
      <a:lt2>
        <a:srgbClr val="E0E0E0"/>
      </a:lt2>
      <a:accent1>
        <a:srgbClr val="F81B02"/>
      </a:accent1>
      <a:accent2>
        <a:srgbClr val="FC7715"/>
      </a:accent2>
      <a:accent3>
        <a:srgbClr val="AFBF41"/>
      </a:accent3>
      <a:accent4>
        <a:srgbClr val="50C49F"/>
      </a:accent4>
      <a:accent5>
        <a:srgbClr val="3B95C4"/>
      </a:accent5>
      <a:accent6>
        <a:srgbClr val="B560D4"/>
      </a:accent6>
      <a:hlink>
        <a:srgbClr val="FC5A1A"/>
      </a:hlink>
      <a:folHlink>
        <a:srgbClr val="B49E74"/>
      </a:folHlink>
    </a:clrScheme>
    <a:fontScheme name="Atlas">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Rockwel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Atlas">
      <a:fillStyleLst>
        <a:solidFill>
          <a:schemeClr val="phClr"/>
        </a:solidFill>
        <a:gradFill rotWithShape="1">
          <a:gsLst>
            <a:gs pos="0">
              <a:schemeClr val="phClr">
                <a:tint val="62000"/>
                <a:alpha val="60000"/>
                <a:satMod val="109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4000"/>
                <a:satMod val="130000"/>
                <a:lumMod val="92000"/>
              </a:schemeClr>
            </a:gs>
            <a:gs pos="100000">
              <a:schemeClr val="phClr">
                <a:shade val="76000"/>
                <a:satMod val="130000"/>
                <a:lumMod val="88000"/>
              </a:schemeClr>
            </a:gs>
          </a:gsLst>
          <a:lin ang="5400000" scaled="0"/>
        </a:gradFill>
      </a:fillStyleLst>
      <a:lnStyleLst>
        <a:ln w="9525" cap="flat" cmpd="sng" algn="ctr">
          <a:solidFill>
            <a:schemeClr val="phClr">
              <a:shade val="90000"/>
            </a:schemeClr>
          </a:solidFill>
          <a:prstDash val="solid"/>
        </a:ln>
        <a:ln w="15875" cap="flat" cmpd="sng" algn="ctr">
          <a:solidFill>
            <a:schemeClr val="phClr">
              <a:shade val="90000"/>
            </a:schemeClr>
          </a:solidFill>
          <a:prstDash val="solid"/>
        </a:ln>
        <a:ln w="25400" cap="flat" cmpd="sng" algn="ctr">
          <a:solidFill>
            <a:schemeClr val="phClr"/>
          </a:solidFill>
          <a:prstDash val="solid"/>
        </a:ln>
      </a:lnStyleLst>
      <a:effectStyleLst>
        <a:effectStyle>
          <a:effectLst/>
        </a:effectStyle>
        <a:effectStyle>
          <a:effectLst/>
        </a:effectStyle>
        <a:effectStyle>
          <a:effectLst>
            <a:outerShdw blurRad="38100" dist="25400" dir="5400000" rotWithShape="0">
              <a:srgbClr val="000000">
                <a:alpha val="75000"/>
              </a:srgbClr>
            </a:outerShdw>
          </a:effectLst>
          <a:scene3d>
            <a:camera prst="orthographicFront">
              <a:rot lat="0" lon="0" rev="0"/>
            </a:camera>
            <a:lightRig rig="threePt" dir="tl"/>
          </a:scene3d>
          <a:sp3d>
            <a:bevelT w="0" h="0"/>
          </a:sp3d>
        </a:effectStyle>
      </a:effectStyleLst>
      <a:bgFillStyleLst>
        <a:solidFill>
          <a:schemeClr val="phClr"/>
        </a:solidFill>
        <a:solidFill>
          <a:schemeClr val="phClr"/>
        </a:solidFill>
        <a:gradFill rotWithShape="1">
          <a:gsLst>
            <a:gs pos="10000">
              <a:schemeClr val="phClr">
                <a:tint val="94000"/>
                <a:lumMod val="116000"/>
              </a:schemeClr>
            </a:gs>
            <a:gs pos="100000">
              <a:schemeClr val="phClr">
                <a:tint val="98000"/>
                <a:shade val="86000"/>
                <a:satMod val="90000"/>
                <a:lumMod val="88000"/>
              </a:schemeClr>
            </a:gs>
          </a:gsLst>
          <a:path path="circle">
            <a:fillToRect l="50000" t="15000" r="50000" b="169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80</TotalTime>
  <Words>593</Words>
  <Application>Microsoft Macintosh PowerPoint</Application>
  <PresentationFormat>Widescreen</PresentationFormat>
  <Paragraphs>80</Paragraphs>
  <Slides>13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Calibri Light</vt:lpstr>
      <vt:lpstr>Rockwell</vt:lpstr>
      <vt:lpstr>Wingdings</vt:lpstr>
      <vt:lpstr>Atlas</vt:lpstr>
      <vt:lpstr>Homework 1 Presentation</vt:lpstr>
      <vt:lpstr>Dataset we use</vt:lpstr>
      <vt:lpstr>Logistic Regression</vt:lpstr>
      <vt:lpstr>Logistic Regression</vt:lpstr>
      <vt:lpstr>ROC Curve (Julia)</vt:lpstr>
      <vt:lpstr>Logistic Regression</vt:lpstr>
      <vt:lpstr>Logistic Regression</vt:lpstr>
      <vt:lpstr>Logistic Regression</vt:lpstr>
      <vt:lpstr>Logistic Regression</vt:lpstr>
      <vt:lpstr>Pro/Con List: Python</vt:lpstr>
      <vt:lpstr>Pro/Con List: R</vt:lpstr>
      <vt:lpstr>Pro/Con List: Julia</vt:lpstr>
      <vt:lpstr>Pro/Con List: Julia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Homework 1 Presentation</dc:title>
  <dc:creator>Zhaohang Yan</dc:creator>
  <cp:lastModifiedBy>Zhaohang Yan</cp:lastModifiedBy>
  <cp:revision>19</cp:revision>
  <dcterms:created xsi:type="dcterms:W3CDTF">2020-10-30T10:11:00Z</dcterms:created>
  <dcterms:modified xsi:type="dcterms:W3CDTF">2020-10-30T14:58:24Z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2052-11.1.0.9999</vt:lpwstr>
  </property>
</Properties>
</file>