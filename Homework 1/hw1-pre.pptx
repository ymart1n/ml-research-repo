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58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79"/>
    <p:restoredTop sz="96327"/>
  </p:normalViewPr>
  <p:slideViewPr>
    <p:cSldViewPr snapToGrid="0" snapToObjects="1">
      <p:cViewPr varScale="1">
        <p:scale>
          <a:sx n="130" d="100"/>
          <a:sy n="130" d="100"/>
        </p:scale>
        <p:origin x="200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10/29/20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10/29/20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10/29/20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10/29/20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10/29/20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10/29/20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10/29/20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10/29/20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10/29/20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10/29/20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10/29/20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10/29/20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39AA4-7043-7242-A759-8B0166B31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5724" y="1770704"/>
            <a:ext cx="8679915" cy="1748729"/>
          </a:xfrm>
        </p:spPr>
        <p:txBody>
          <a:bodyPr/>
          <a:lstStyle/>
          <a:p>
            <a:r>
              <a:rPr lang="en-US" dirty="0"/>
              <a:t>Homework 1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161E9A-86F8-6F42-83D7-D5C97B4F7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2212" y="3729286"/>
            <a:ext cx="8673427" cy="1353992"/>
          </a:xfrm>
        </p:spPr>
        <p:txBody>
          <a:bodyPr>
            <a:normAutofit/>
          </a:bodyPr>
          <a:lstStyle/>
          <a:p>
            <a:r>
              <a:rPr lang="en-US" dirty="0"/>
              <a:t>						   Group: </a:t>
            </a:r>
            <a:r>
              <a:rPr lang="en-US" dirty="0" err="1"/>
              <a:t>Shiyu</a:t>
            </a:r>
            <a:r>
              <a:rPr lang="en-US" dirty="0"/>
              <a:t> FAN</a:t>
            </a:r>
          </a:p>
          <a:p>
            <a:r>
              <a:rPr lang="en-US" dirty="0"/>
              <a:t>							 </a:t>
            </a:r>
            <a:r>
              <a:rPr lang="en-US" dirty="0" err="1"/>
              <a:t>Runhai</a:t>
            </a:r>
            <a:r>
              <a:rPr lang="en-US" dirty="0"/>
              <a:t> XU</a:t>
            </a:r>
          </a:p>
          <a:p>
            <a:r>
              <a:rPr lang="en-US" dirty="0"/>
              <a:t>							         </a:t>
            </a:r>
            <a:r>
              <a:rPr lang="en-US" dirty="0" err="1"/>
              <a:t>Zhaohang</a:t>
            </a:r>
            <a:r>
              <a:rPr lang="en-US" dirty="0"/>
              <a:t> YAN</a:t>
            </a:r>
          </a:p>
        </p:txBody>
      </p:sp>
    </p:spTree>
    <p:extLst>
      <p:ext uri="{BB962C8B-B14F-4D97-AF65-F5344CB8AC3E}">
        <p14:creationId xmlns:p14="http://schemas.microsoft.com/office/powerpoint/2010/main" val="95343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CCFDC-98F7-4A41-B1B0-7AD433F3D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799" y="1553513"/>
            <a:ext cx="3644040" cy="825894"/>
          </a:xfrm>
        </p:spPr>
        <p:txBody>
          <a:bodyPr>
            <a:normAutofit fontScale="90000"/>
          </a:bodyPr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E8550-172A-3545-B6B1-F376EA7E8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D06A374-F05B-8E44-BDA6-239B50994B61}"/>
              </a:ext>
            </a:extLst>
          </p:cNvPr>
          <p:cNvSpPr txBox="1">
            <a:spLocks/>
          </p:cNvSpPr>
          <p:nvPr/>
        </p:nvSpPr>
        <p:spPr>
          <a:xfrm>
            <a:off x="878798" y="2340093"/>
            <a:ext cx="3555549" cy="2467881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b="0" i="0" kern="1200" cap="none" spc="-150">
                <a:solidFill>
                  <a:srgbClr val="FFFEFF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Performance Comparison</a:t>
            </a:r>
          </a:p>
          <a:p>
            <a:r>
              <a:rPr lang="en-US" dirty="0"/>
              <a:t>(</a:t>
            </a:r>
            <a:r>
              <a:rPr lang="en-US" dirty="0" err="1"/>
              <a:t>w.r.t.</a:t>
            </a:r>
            <a:r>
              <a:rPr lang="en-US" dirty="0"/>
              <a:t> Time)</a:t>
            </a:r>
          </a:p>
        </p:txBody>
      </p:sp>
    </p:spTree>
    <p:extLst>
      <p:ext uri="{BB962C8B-B14F-4D97-AF65-F5344CB8AC3E}">
        <p14:creationId xmlns:p14="http://schemas.microsoft.com/office/powerpoint/2010/main" val="679169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CCFDC-98F7-4A41-B1B0-7AD433F3D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799" y="1553513"/>
            <a:ext cx="3644040" cy="825894"/>
          </a:xfrm>
        </p:spPr>
        <p:txBody>
          <a:bodyPr>
            <a:normAutofit fontScale="90000"/>
          </a:bodyPr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E8550-172A-3545-B6B1-F376EA7E8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D06A374-F05B-8E44-BDA6-239B50994B61}"/>
              </a:ext>
            </a:extLst>
          </p:cNvPr>
          <p:cNvSpPr txBox="1">
            <a:spLocks/>
          </p:cNvSpPr>
          <p:nvPr/>
        </p:nvSpPr>
        <p:spPr>
          <a:xfrm>
            <a:off x="878798" y="2340093"/>
            <a:ext cx="3555549" cy="2467881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b="0" i="0" kern="1200" cap="none" spc="-150">
                <a:solidFill>
                  <a:srgbClr val="FFFEFF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Performance Comparison</a:t>
            </a:r>
          </a:p>
          <a:p>
            <a:r>
              <a:rPr lang="en-US" dirty="0"/>
              <a:t>(</a:t>
            </a:r>
            <a:r>
              <a:rPr lang="en-US" dirty="0" err="1"/>
              <a:t>w.r.t.</a:t>
            </a:r>
            <a:r>
              <a:rPr lang="en-US" dirty="0"/>
              <a:t> Space)</a:t>
            </a:r>
          </a:p>
        </p:txBody>
      </p:sp>
    </p:spTree>
    <p:extLst>
      <p:ext uri="{BB962C8B-B14F-4D97-AF65-F5344CB8AC3E}">
        <p14:creationId xmlns:p14="http://schemas.microsoft.com/office/powerpoint/2010/main" val="3944298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CCFDC-98F7-4A41-B1B0-7AD433F3D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799" y="1553513"/>
            <a:ext cx="3644040" cy="825894"/>
          </a:xfrm>
        </p:spPr>
        <p:txBody>
          <a:bodyPr>
            <a:normAutofit fontScale="90000"/>
          </a:bodyPr>
          <a:lstStyle/>
          <a:p>
            <a:r>
              <a:rPr lang="en-US" dirty="0"/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E8550-172A-3545-B6B1-F376EA7E8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D06A374-F05B-8E44-BDA6-239B50994B61}"/>
              </a:ext>
            </a:extLst>
          </p:cNvPr>
          <p:cNvSpPr txBox="1">
            <a:spLocks/>
          </p:cNvSpPr>
          <p:nvPr/>
        </p:nvSpPr>
        <p:spPr>
          <a:xfrm>
            <a:off x="878798" y="2340093"/>
            <a:ext cx="3555549" cy="2467881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b="0" i="0" kern="1200" cap="none" spc="-150">
                <a:solidFill>
                  <a:srgbClr val="FFFEFF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Performance Comparison</a:t>
            </a:r>
          </a:p>
          <a:p>
            <a:r>
              <a:rPr lang="en-US" dirty="0"/>
              <a:t>(</a:t>
            </a:r>
            <a:r>
              <a:rPr lang="en-US" dirty="0" err="1"/>
              <a:t>w.r.t.</a:t>
            </a:r>
            <a:r>
              <a:rPr lang="en-US" dirty="0"/>
              <a:t> Time)</a:t>
            </a:r>
          </a:p>
        </p:txBody>
      </p:sp>
    </p:spTree>
    <p:extLst>
      <p:ext uri="{BB962C8B-B14F-4D97-AF65-F5344CB8AC3E}">
        <p14:creationId xmlns:p14="http://schemas.microsoft.com/office/powerpoint/2010/main" val="2623462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CCFDC-98F7-4A41-B1B0-7AD433F3D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799" y="1553513"/>
            <a:ext cx="3644040" cy="825894"/>
          </a:xfrm>
        </p:spPr>
        <p:txBody>
          <a:bodyPr>
            <a:normAutofit fontScale="90000"/>
          </a:bodyPr>
          <a:lstStyle/>
          <a:p>
            <a:r>
              <a:rPr lang="en-US" dirty="0"/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E8550-172A-3545-B6B1-F376EA7E8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D06A374-F05B-8E44-BDA6-239B50994B61}"/>
              </a:ext>
            </a:extLst>
          </p:cNvPr>
          <p:cNvSpPr txBox="1">
            <a:spLocks/>
          </p:cNvSpPr>
          <p:nvPr/>
        </p:nvSpPr>
        <p:spPr>
          <a:xfrm>
            <a:off x="878798" y="2340093"/>
            <a:ext cx="3555549" cy="2467881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b="0" i="0" kern="1200" cap="none" spc="-150">
                <a:solidFill>
                  <a:srgbClr val="FFFEFF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Performance Comparison</a:t>
            </a:r>
          </a:p>
          <a:p>
            <a:r>
              <a:rPr lang="en-US" dirty="0"/>
              <a:t>(</a:t>
            </a:r>
            <a:r>
              <a:rPr lang="en-US" dirty="0" err="1"/>
              <a:t>w.r.t.</a:t>
            </a:r>
            <a:r>
              <a:rPr lang="en-US" dirty="0"/>
              <a:t> Space)</a:t>
            </a:r>
          </a:p>
        </p:txBody>
      </p:sp>
    </p:spTree>
    <p:extLst>
      <p:ext uri="{BB962C8B-B14F-4D97-AF65-F5344CB8AC3E}">
        <p14:creationId xmlns:p14="http://schemas.microsoft.com/office/powerpoint/2010/main" val="1956971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25D05-6AB1-DE4D-8F11-0D88D56E2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Pro/Con List: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07128-1BA8-8E42-A764-F9F783CB9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472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25D05-6AB1-DE4D-8F11-0D88D56E2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Pro/Con List:</a:t>
            </a:r>
            <a:br>
              <a:rPr lang="en-US" dirty="0"/>
            </a:br>
            <a:r>
              <a:rPr lang="en-US" dirty="0"/>
              <a:t>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07128-1BA8-8E42-A764-F9F783CB9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174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25D05-6AB1-DE4D-8F11-0D88D56E2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Pro/Con List: Julia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07128-1BA8-8E42-A764-F9F783CB9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135" y="803186"/>
            <a:ext cx="6543185" cy="5248622"/>
          </a:xfrm>
        </p:spPr>
        <p:txBody>
          <a:bodyPr/>
          <a:lstStyle/>
          <a:p>
            <a:r>
              <a:rPr lang="en-US" dirty="0"/>
              <a:t>Pros:</a:t>
            </a:r>
          </a:p>
          <a:p>
            <a:pPr marL="0" indent="0">
              <a:buNone/>
            </a:pPr>
            <a:r>
              <a:rPr lang="en-US" dirty="0"/>
              <a:t>    Fast</a:t>
            </a:r>
          </a:p>
          <a:p>
            <a:pPr marL="0" indent="0">
              <a:buNone/>
            </a:pPr>
            <a:r>
              <a:rPr lang="en-US" dirty="0"/>
              <a:t>    The syntax and grammar are straightforward</a:t>
            </a:r>
          </a:p>
          <a:p>
            <a:pPr marL="0" indent="0">
              <a:buNone/>
            </a:pPr>
            <a:r>
              <a:rPr lang="en-US" dirty="0"/>
              <a:t>    Abundant Data Science libraries and packages to import</a:t>
            </a:r>
          </a:p>
          <a:p>
            <a:r>
              <a:rPr lang="en-US" dirty="0"/>
              <a:t>Cons:</a:t>
            </a:r>
          </a:p>
          <a:p>
            <a:pPr marL="0" indent="0">
              <a:buNone/>
            </a:pPr>
            <a:r>
              <a:rPr lang="en-US" dirty="0"/>
              <a:t>    The size of the user population is small</a:t>
            </a:r>
          </a:p>
          <a:p>
            <a:pPr marL="0" indent="0">
              <a:buNone/>
            </a:pPr>
            <a:r>
              <a:rPr lang="en-US" dirty="0"/>
              <a:t>    Bad IDE support</a:t>
            </a:r>
          </a:p>
          <a:p>
            <a:pPr marL="0" indent="0">
              <a:buNone/>
            </a:pPr>
            <a:r>
              <a:rPr lang="en-US" dirty="0"/>
              <a:t>    Hard to execute the codes in terminal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829262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23</TotalTime>
  <Words>148</Words>
  <Application>Microsoft Macintosh PowerPoint</Application>
  <PresentationFormat>Widescreen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 Light</vt:lpstr>
      <vt:lpstr>Rockwell</vt:lpstr>
      <vt:lpstr>Wingdings</vt:lpstr>
      <vt:lpstr>Atlas</vt:lpstr>
      <vt:lpstr>Homework 1 Presentation</vt:lpstr>
      <vt:lpstr>Logistic Regression</vt:lpstr>
      <vt:lpstr>Logistic Regression</vt:lpstr>
      <vt:lpstr>Random Forest</vt:lpstr>
      <vt:lpstr>Random Forest</vt:lpstr>
      <vt:lpstr>Pro/Con List: Python</vt:lpstr>
      <vt:lpstr>Pro/Con List: R</vt:lpstr>
      <vt:lpstr>Pro/Con List: Julia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 1 Presentation</dc:title>
  <dc:creator>Zhaohang Yan</dc:creator>
  <cp:lastModifiedBy>Zhaohang Yan</cp:lastModifiedBy>
  <cp:revision>5</cp:revision>
  <dcterms:created xsi:type="dcterms:W3CDTF">2020-10-29T08:46:05Z</dcterms:created>
  <dcterms:modified xsi:type="dcterms:W3CDTF">2020-10-29T09:09:34Z</dcterms:modified>
</cp:coreProperties>
</file>