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2" r:id="rId1"/>
  </p:sldMasterIdLst>
  <p:sldIdLst>
    <p:sldId id="256" r:id="rId2"/>
    <p:sldId id="261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01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19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8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5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32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6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03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2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6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88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0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2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00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4911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49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26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90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38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3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39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7AFCA-10A9-3141-999D-890B758C1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0784" y="1902880"/>
            <a:ext cx="5617028" cy="20040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rgbClr val="EBEBEB"/>
                </a:solidFill>
              </a:rPr>
              <a:t>Homework </a:t>
            </a:r>
            <a:r>
              <a:rPr lang="en-US" altLang="zh-CN" sz="6600" dirty="0">
                <a:solidFill>
                  <a:srgbClr val="EBEBEB"/>
                </a:solidFill>
              </a:rPr>
              <a:t>5</a:t>
            </a:r>
            <a:r>
              <a:rPr lang="en-US" sz="6600" dirty="0">
                <a:solidFill>
                  <a:srgbClr val="EBEBEB"/>
                </a:solidFill>
              </a:rPr>
              <a:t>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CA93D-666E-6E46-83E6-68B318CF6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5770" y="4666797"/>
            <a:ext cx="3707842" cy="16033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Group 2: </a:t>
            </a:r>
          </a:p>
          <a:p>
            <a:pPr algn="r">
              <a:lnSpc>
                <a:spcPct val="90000"/>
              </a:lnSpc>
            </a:pPr>
            <a:r>
              <a:rPr lang="en-US" dirty="0"/>
              <a:t>Shiyu FAN</a:t>
            </a:r>
            <a:r>
              <a:rPr lang="zh-CN" altLang="en-US" dirty="0"/>
              <a:t> </a:t>
            </a:r>
            <a:r>
              <a:rPr lang="en-CA" altLang="zh-CN" dirty="0"/>
              <a:t>(Leo)</a:t>
            </a:r>
            <a:endParaRPr lang="en-US" dirty="0"/>
          </a:p>
          <a:p>
            <a:pPr algn="r">
              <a:lnSpc>
                <a:spcPct val="90000"/>
              </a:lnSpc>
            </a:pPr>
            <a:r>
              <a:rPr lang="en-US" dirty="0"/>
              <a:t>Runhai XU (James)</a:t>
            </a:r>
          </a:p>
          <a:p>
            <a:pPr algn="r">
              <a:lnSpc>
                <a:spcPct val="90000"/>
              </a:lnSpc>
            </a:pPr>
            <a:r>
              <a:rPr lang="en-US" dirty="0"/>
              <a:t>Zhaohang YAN (Martin)</a:t>
            </a:r>
          </a:p>
          <a:p>
            <a:pPr>
              <a:lnSpc>
                <a:spcPct val="90000"/>
              </a:lnSpc>
            </a:pPr>
            <a:endParaRPr lang="en-US" sz="10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A337E12B-F5D9-4A48-9D00-EC042F60D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46216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FA12D-643F-CB47-934A-494E50B8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EBEBEB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2AC1-D981-4D45-896A-28956D5AC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548281"/>
            <a:ext cx="6235963" cy="36804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1C449-F679-4A4D-8A21-91B05471E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822" y="3117125"/>
            <a:ext cx="3485270" cy="246390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93725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7BCB3-8318-5D45-9E9A-3A3D12AC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Freeform: Shape 2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020E6DF-BD31-4642-99FC-7AB4CC69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271" y="1588470"/>
            <a:ext cx="5777190" cy="3841831"/>
          </a:xfrm>
          <a:prstGeom prst="rect">
            <a:avLst/>
          </a:prstGeom>
          <a:effectLst/>
        </p:spPr>
      </p:pic>
      <p:sp>
        <p:nvSpPr>
          <p:cNvPr id="32" name="Rectangle 2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3A9FB-6888-8341-BE9A-EB9B63F44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306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7472-FDCF-BD4B-B7EB-14F42902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0" y="928634"/>
            <a:ext cx="10932559" cy="598716"/>
          </a:xfrm>
        </p:spPr>
        <p:txBody>
          <a:bodyPr anchor="t">
            <a:normAutofit fontScale="85000" lnSpcReduction="10000"/>
          </a:bodyPr>
          <a:lstStyle/>
          <a:p>
            <a:r>
              <a:rPr lang="en-CA" sz="3000" dirty="0">
                <a:effectLst/>
              </a:rPr>
              <a:t>vim /</a:t>
            </a:r>
            <a:r>
              <a:rPr lang="en-CA" sz="3000" dirty="0" err="1">
                <a:effectLst/>
              </a:rPr>
              <a:t>usr</a:t>
            </a:r>
            <a:r>
              <a:rPr lang="en-CA" sz="3000" dirty="0">
                <a:effectLst/>
              </a:rPr>
              <a:t>/local/lib/R/4.0/site-library/</a:t>
            </a:r>
            <a:r>
              <a:rPr lang="en-CA" sz="3000" dirty="0" err="1">
                <a:effectLst/>
              </a:rPr>
              <a:t>jiebaRD</a:t>
            </a:r>
            <a:r>
              <a:rPr lang="en-CA" sz="3000" dirty="0">
                <a:effectLst/>
              </a:rPr>
              <a:t>/</a:t>
            </a:r>
            <a:r>
              <a:rPr lang="en-CA" sz="3000" dirty="0" err="1">
                <a:effectLst/>
              </a:rPr>
              <a:t>dict</a:t>
            </a:r>
            <a:r>
              <a:rPr lang="en-CA" sz="3000" dirty="0">
                <a:effectLst/>
              </a:rPr>
              <a:t>/user.dict.utf8 </a:t>
            </a:r>
          </a:p>
          <a:p>
            <a:endParaRPr lang="en-US" sz="2400" dirty="0"/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542572BB-A038-EF44-9873-79DFD670D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930" y="2019281"/>
            <a:ext cx="6256138" cy="391008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8150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6760D-605C-6947-BC4C-7D917D2C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E64BC-CA77-C748-91D8-1A75BF75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2441206"/>
            <a:ext cx="5449889" cy="1975584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C3AEF-52BA-DA46-B89C-C90C5AFE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418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Homework 5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5 Presentation</dc:title>
  <dc:creator>Zhaohang Yan</dc:creator>
  <cp:lastModifiedBy>Zhaohang Yan</cp:lastModifiedBy>
  <cp:revision>1</cp:revision>
  <dcterms:created xsi:type="dcterms:W3CDTF">2020-11-27T17:01:30Z</dcterms:created>
  <dcterms:modified xsi:type="dcterms:W3CDTF">2020-11-27T17:01:58Z</dcterms:modified>
</cp:coreProperties>
</file>