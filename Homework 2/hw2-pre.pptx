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9"/>
  </p:notesMasterIdLst>
  <p:sldIdLst>
    <p:sldId id="256" r:id="rId2"/>
    <p:sldId id="258" r:id="rId3"/>
    <p:sldId id="257" r:id="rId4"/>
    <p:sldId id="260" r:id="rId5"/>
    <p:sldId id="259" r:id="rId6"/>
    <p:sldId id="262" r:id="rId7"/>
    <p:sldId id="26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90" y="642"/>
      </p:cViewPr>
      <p:guideLst/>
    </p:cSldViewPr>
  </p:slideViewPr>
  <p:notesTextViewPr>
    <p:cViewPr>
      <p:scale>
        <a:sx n="1" d="1"/>
        <a:sy n="1" d="1"/>
      </p:scale>
      <p:origin x="0" y="-222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CEF1EF-909D-414B-956F-6A81FE36FE25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DB4095-D3B1-428F-B161-03F77D37B07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47624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Good afternoon everyone. I‘m Martin from Group 2. </a:t>
            </a:r>
            <a:r>
              <a:rPr lang="en-US" altLang="zh-CN" dirty="0"/>
              <a:t>Today </a:t>
            </a:r>
            <a:r>
              <a:rPr lang="en-US" dirty="0"/>
              <a:t>I’m going to share the results </a:t>
            </a:r>
            <a:r>
              <a:rPr lang="en-CA" dirty="0"/>
              <a:t>we</a:t>
            </a:r>
            <a:r>
              <a:rPr lang="en-US" dirty="0"/>
              <a:t> obtained while we exploring the web scraping </a:t>
            </a:r>
            <a:r>
              <a:rPr lang="en-CA" altLang="zh-CN" dirty="0"/>
              <a:t>this week</a:t>
            </a:r>
            <a:r>
              <a:rPr lang="en-US" dirty="0"/>
              <a:t>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DB4095-D3B1-428F-B161-03F77D37B078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468481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We creates Movie class to define a single Movie object that is going to be stored in the database. The function </a:t>
            </a:r>
            <a:r>
              <a:rPr lang="en-CA" dirty="0" err="1"/>
              <a:t>from_dict_to_movie</a:t>
            </a:r>
            <a:r>
              <a:rPr lang="en-CA" dirty="0"/>
              <a:t> converts python dictionary object to a Movie object we declared before so that we can store it into our MongoDB. Here’s the documentation of our </a:t>
            </a:r>
            <a:r>
              <a:rPr lang="en-CA" dirty="0" err="1"/>
              <a:t>movie_data</a:t>
            </a:r>
            <a:r>
              <a:rPr lang="en-CA" dirty="0"/>
              <a:t>. So each Movie object has a unique id. It has name, released or not. The year of release, the rating score, the number of ratings, and the director of the movie. </a:t>
            </a:r>
            <a:r>
              <a:rPr lang="en-US" altLang="zh-CN" dirty="0"/>
              <a:t>This is how we interact with our database and store each Movie object </a:t>
            </a:r>
            <a:r>
              <a:rPr lang="en-US" altLang="zh-CN"/>
              <a:t>to it.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DB4095-D3B1-428F-B161-03F77D37B078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32951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Here’s a peek of the information of our MongoDB database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DB4095-D3B1-428F-B161-03F77D37B078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1105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8613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90897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69619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19694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75259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74078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38530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78372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73289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58025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261930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525429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53761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59373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860845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559539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399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72BB4F-0E8D-4BE5-A3CF-D81A39B506F9}" type="datetimeFigureOut">
              <a:rPr lang="en-CA" smtClean="0"/>
              <a:t>2020-11-06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B28B50-BDCB-4F0E-A753-E0CFF39BC2C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206652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www.imdb.com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0094F-9610-4213-9BDD-A7317AED80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8180" y="2993062"/>
            <a:ext cx="8144134" cy="871873"/>
          </a:xfrm>
        </p:spPr>
        <p:txBody>
          <a:bodyPr/>
          <a:lstStyle/>
          <a:p>
            <a:r>
              <a:rPr lang="en-US" dirty="0"/>
              <a:t>Homework 1 Presentation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8B34D-00B8-427B-89AC-B972CD0489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94982" y="2876907"/>
            <a:ext cx="8497018" cy="1104181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Group 2: </a:t>
            </a:r>
            <a:r>
              <a:rPr lang="en-US" b="1" dirty="0" err="1">
                <a:solidFill>
                  <a:schemeClr val="bg1"/>
                </a:solidFill>
              </a:rPr>
              <a:t>Shiyu</a:t>
            </a:r>
            <a:r>
              <a:rPr lang="en-US" b="1" dirty="0">
                <a:solidFill>
                  <a:schemeClr val="bg1"/>
                </a:solidFill>
              </a:rPr>
              <a:t> FAN</a:t>
            </a:r>
            <a:r>
              <a:rPr lang="zh-CN" altLang="en-US" b="1" dirty="0">
                <a:solidFill>
                  <a:schemeClr val="bg1"/>
                </a:solidFill>
              </a:rPr>
              <a:t> </a:t>
            </a:r>
            <a:r>
              <a:rPr lang="en-CA" altLang="zh-CN" b="1" dirty="0">
                <a:solidFill>
                  <a:schemeClr val="bg1"/>
                </a:solidFill>
              </a:rPr>
              <a:t>(Leo)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					               </a:t>
            </a:r>
            <a:r>
              <a:rPr lang="en-US" b="1" dirty="0" err="1">
                <a:solidFill>
                  <a:schemeClr val="bg1"/>
                </a:solidFill>
              </a:rPr>
              <a:t>Runhai</a:t>
            </a:r>
            <a:r>
              <a:rPr lang="en-US" b="1" dirty="0">
                <a:solidFill>
                  <a:schemeClr val="bg1"/>
                </a:solidFill>
              </a:rPr>
              <a:t> XU (James)</a:t>
            </a:r>
          </a:p>
          <a:p>
            <a:r>
              <a:rPr lang="en-US" b="1" dirty="0">
                <a:solidFill>
                  <a:schemeClr val="bg1"/>
                </a:solidFill>
              </a:rPr>
              <a:t>						   </a:t>
            </a:r>
            <a:r>
              <a:rPr lang="en-US" b="1" dirty="0" err="1">
                <a:solidFill>
                  <a:schemeClr val="bg1"/>
                </a:solidFill>
              </a:rPr>
              <a:t>Zhaohang</a:t>
            </a:r>
            <a:r>
              <a:rPr lang="en-US" b="1" dirty="0">
                <a:solidFill>
                  <a:schemeClr val="bg1"/>
                </a:solidFill>
              </a:rPr>
              <a:t> YAN (Martin)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11945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8A093-8743-41A4-866B-5062326A8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The data we are interested in: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D2F80-2A76-43CC-8482-96A660AFA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We are interested in visualizing the data of movies so that we can understand the overall trends and detailed analysis of the movie industry.</a:t>
            </a:r>
          </a:p>
          <a:p>
            <a:r>
              <a:rPr lang="en-CA" dirty="0"/>
              <a:t>We chose </a:t>
            </a:r>
            <a:r>
              <a:rPr lang="en-CA" dirty="0">
                <a:hlinkClick r:id="rId2"/>
              </a:rPr>
              <a:t>IMDb</a:t>
            </a:r>
            <a:r>
              <a:rPr lang="en-CA" dirty="0"/>
              <a:t> (Internet Movie Database) to get the movie data we want.</a:t>
            </a:r>
          </a:p>
          <a:p>
            <a:r>
              <a:rPr lang="en-CA" dirty="0"/>
              <a:t>There are tons of movie data in IMDb. We only want to focus on comedy films. We retrieved ~500,000 comedy movies from IMDb to do further analysis.</a:t>
            </a:r>
          </a:p>
        </p:txBody>
      </p:sp>
      <p:pic>
        <p:nvPicPr>
          <p:cNvPr id="1032" name="Picture 8" descr="IMDb - Wikipedia">
            <a:extLst>
              <a:ext uri="{FF2B5EF4-FFF2-40B4-BE49-F238E27FC236}">
                <a16:creationId xmlns:a16="http://schemas.microsoft.com/office/drawing/2014/main" id="{311A8351-6C71-4C89-8867-F65B9D4DA9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56" t="1864" r="3749" b="3054"/>
          <a:stretch/>
        </p:blipFill>
        <p:spPr bwMode="auto">
          <a:xfrm>
            <a:off x="8973704" y="586409"/>
            <a:ext cx="2808000" cy="1401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784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EF0E8-A500-452F-A6CF-1DD8D7051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How we retrieve the data</a:t>
            </a:r>
            <a:endParaRPr lang="en-CA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58CCC8-5FD8-4159-AF1B-63AA85F54D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Use bs4 (</a:t>
            </a:r>
            <a:r>
              <a:rPr lang="en-CA" dirty="0" err="1"/>
              <a:t>BeautifulSoup</a:t>
            </a:r>
            <a:r>
              <a:rPr lang="en-CA" dirty="0"/>
              <a:t>) library (Module) to scrap the html web page.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AA430F-AC82-457F-B5AA-095935E02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14" y="3262312"/>
            <a:ext cx="6044133" cy="32976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1A9011B-ADFD-4275-B9FE-2ABD19CE9A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5593" y="3262312"/>
            <a:ext cx="5558319" cy="2430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659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EE7D7-304C-4843-9B8B-EF14D03E7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Errors/Exceptions handling: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D8BAF-FB8C-4F59-9B43-93C688D8D2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023" y="2162460"/>
            <a:ext cx="5335440" cy="4414801"/>
          </a:xfrm>
        </p:spPr>
        <p:txBody>
          <a:bodyPr/>
          <a:lstStyle/>
          <a:p>
            <a:r>
              <a:rPr lang="en-CA" dirty="0"/>
              <a:t>While we were scraping the data from IMDb, we encountered request exceptions that terminate our web scraping program since we request too frequently.</a:t>
            </a:r>
          </a:p>
          <a:p>
            <a:r>
              <a:rPr lang="en-CA" dirty="0"/>
              <a:t>Therefore, we use try/except to catch the exception and continue to the next iteration so that the program will not be terminated.</a:t>
            </a:r>
          </a:p>
          <a:p>
            <a:r>
              <a:rPr lang="en-CA" dirty="0"/>
              <a:t>We also extended the default timeout time of socket to avoid exceptions.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C89C07-623F-4663-8A57-9B83124B7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37" y="2141011"/>
            <a:ext cx="5857875" cy="22288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A5EB6E-6CA1-4220-91AA-D8E4FAD55B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37" y="4464289"/>
            <a:ext cx="5857874" cy="2220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390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81B4F-60FD-47F6-AD90-FA3A76EB1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Inspect our database: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571364-6BD6-40DC-9243-AAC77F5BF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7251" y="2315551"/>
            <a:ext cx="5439139" cy="2095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C137F2-3DAD-4675-AE5A-57F96582CB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540" y="4752503"/>
            <a:ext cx="6239484" cy="17616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53FAE3D-7AB7-4051-A683-4C45EE4B60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996" y="2265746"/>
            <a:ext cx="3630865" cy="213326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59E0C3C-943B-4903-9EF0-5E95DCA305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9002" y="5128030"/>
            <a:ext cx="5107304" cy="799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622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81B4F-60FD-47F6-AD90-FA3A76EB1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Inspect our database:</a:t>
            </a:r>
          </a:p>
        </p:txBody>
      </p:sp>
    </p:spTree>
    <p:extLst>
      <p:ext uri="{BB962C8B-B14F-4D97-AF65-F5344CB8AC3E}">
        <p14:creationId xmlns:p14="http://schemas.microsoft.com/office/powerpoint/2010/main" val="3851118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4049D-3163-4745-A063-61906785A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Data Visualization: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12C1E-9606-4B9C-8AFF-421918753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70758583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70</TotalTime>
  <Words>370</Words>
  <Application>Microsoft Office PowerPoint</Application>
  <PresentationFormat>Widescreen</PresentationFormat>
  <Paragraphs>23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Trebuchet MS</vt:lpstr>
      <vt:lpstr>Berlin</vt:lpstr>
      <vt:lpstr>Homework 1 Presentation</vt:lpstr>
      <vt:lpstr>The data we are interested in:</vt:lpstr>
      <vt:lpstr>How we retrieve the data</vt:lpstr>
      <vt:lpstr>Errors/Exceptions handling:</vt:lpstr>
      <vt:lpstr>Inspect our database:</vt:lpstr>
      <vt:lpstr>Inspect our database:</vt:lpstr>
      <vt:lpstr>Data Visualization: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Homework 1 Presentation</dc:title>
  <dc:creator>Martin Yan</dc:creator>
  <cp:lastModifiedBy>Martin Yan</cp:lastModifiedBy>
  <cp:revision>13</cp:revision>
  <dcterms:created xsi:type="dcterms:W3CDTF">2020-11-06T08:33:04Z</dcterms:created>
  <dcterms:modified xsi:type="dcterms:W3CDTF">2020-11-06T10:00:56Z</dcterms:modified>
</cp:coreProperties>
</file>